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85bcf2391b447c" /><Relationship Type="http://schemas.openxmlformats.org/officeDocument/2006/relationships/extended-properties" Target="/docProps/app.xml" Id="Rdd698af6f82746ae" /><Relationship Type="http://schemas.openxmlformats.org/officeDocument/2006/relationships/officeDocument" Target="/ppt/presentation.xml" Id="Re0999f9f13034ad5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7b7ad7ee5fc74182"/>
    <p:sldMasterId xmlns:r="http://schemas.openxmlformats.org/officeDocument/2006/relationships" id="2147483660" r:id="Rb837c15977974d37"/>
  </p:sldMasterIdLst>
  <p:notesMasterIdLst>
    <p:notesMasterId xmlns:r="http://schemas.openxmlformats.org/officeDocument/2006/relationships" r:id="R8e049e96d090450c"/>
  </p:notesMasterIdLst>
  <p:sldIdLst>
    <p:sldId xmlns:r="http://schemas.openxmlformats.org/officeDocument/2006/relationships" id="256" r:id="R9864c22af5b2448a"/>
    <p:sldId xmlns:r="http://schemas.openxmlformats.org/officeDocument/2006/relationships" id="257" r:id="Ra32e7ea759c74643"/>
    <p:sldId xmlns:r="http://schemas.openxmlformats.org/officeDocument/2006/relationships" id="258" r:id="Rf1ede2fecfeb4f81"/>
    <p:sldId xmlns:r="http://schemas.openxmlformats.org/officeDocument/2006/relationships" id="259" r:id="Rf6353fc8363d4f2a"/>
    <p:sldId xmlns:r="http://schemas.openxmlformats.org/officeDocument/2006/relationships" id="260" r:id="R48f6141ba2d449e2"/>
    <p:sldId xmlns:r="http://schemas.openxmlformats.org/officeDocument/2006/relationships" id="261" r:id="R15408a5731ff4464"/>
    <p:sldId xmlns:r="http://schemas.openxmlformats.org/officeDocument/2006/relationships" id="262" r:id="R9bdb05d303764ef0"/>
    <p:sldId xmlns:r="http://schemas.openxmlformats.org/officeDocument/2006/relationships" id="263" r:id="R28d0ce2c8b734f2b"/>
    <p:sldId xmlns:r="http://schemas.openxmlformats.org/officeDocument/2006/relationships" id="264" r:id="R751b259df6c5403c"/>
    <p:sldId xmlns:r="http://schemas.openxmlformats.org/officeDocument/2006/relationships" id="265" r:id="R51f168bf581f4984"/>
    <p:sldId xmlns:r="http://schemas.openxmlformats.org/officeDocument/2006/relationships" id="266" r:id="R9fd153bff9c8467d"/>
    <p:sldId xmlns:r="http://schemas.openxmlformats.org/officeDocument/2006/relationships" id="267" r:id="R4cba44e3c9644c23"/>
    <p:sldId xmlns:r="http://schemas.openxmlformats.org/officeDocument/2006/relationships" id="268" r:id="Re201da761db44aa5"/>
    <p:sldId xmlns:r="http://schemas.openxmlformats.org/officeDocument/2006/relationships" id="269" r:id="Raf02f6076bc7449f"/>
    <p:sldId xmlns:r="http://schemas.openxmlformats.org/officeDocument/2006/relationships" id="270" r:id="R05f5f5c3b6ec4b2b"/>
    <p:sldId xmlns:r="http://schemas.openxmlformats.org/officeDocument/2006/relationships" id="271" r:id="R0eb65c26faae4b2e"/>
    <p:sldId xmlns:r="http://schemas.openxmlformats.org/officeDocument/2006/relationships" id="272" r:id="R2fef0d1c051c4d3f"/>
    <p:sldId xmlns:r="http://schemas.openxmlformats.org/officeDocument/2006/relationships" id="273" r:id="R67713f8b24e144ee"/>
    <p:sldId xmlns:r="http://schemas.openxmlformats.org/officeDocument/2006/relationships" id="274" r:id="R157a959ce9b94ce1"/>
    <p:sldId xmlns:r="http://schemas.openxmlformats.org/officeDocument/2006/relationships" id="275" r:id="R9e332f0572a04e56"/>
    <p:sldId xmlns:r="http://schemas.openxmlformats.org/officeDocument/2006/relationships" id="276" r:id="R4452e17c58d841c4"/>
    <p:sldId xmlns:r="http://schemas.openxmlformats.org/officeDocument/2006/relationships" id="277" r:id="R8c6322b9c27b4177"/>
    <p:sldId xmlns:r="http://schemas.openxmlformats.org/officeDocument/2006/relationships" id="278" r:id="R277b405409d3402a"/>
    <p:sldId xmlns:r="http://schemas.openxmlformats.org/officeDocument/2006/relationships" id="279" r:id="R7e706ee5d06f4e0e"/>
    <p:sldId xmlns:r="http://schemas.openxmlformats.org/officeDocument/2006/relationships" id="280" r:id="R6961b288a5ef4c26"/>
  </p:sldIdLst>
  <p:sldSz cx="12192000" cy="6858000"/>
  <p:notesSz cx="6858000" cy="9144000"/>
  <p:embeddedFontLst>
    <p:embeddedFont>
      <p:font typeface="Manrope"/>
      <p:regular xmlns:r="http://schemas.openxmlformats.org/officeDocument/2006/relationships" r:id="Rb13ad2c379ea4630"/>
      <p:bold xmlns:r="http://schemas.openxmlformats.org/officeDocument/2006/relationships" r:id="R6016efa526b944f1"/>
    </p:embeddedFont>
    <p:embeddedFont>
      <p:font typeface="Manrope Medium"/>
      <p:regular xmlns:r="http://schemas.openxmlformats.org/officeDocument/2006/relationships" r:id="R0db0527fb5c14dee"/>
      <p:bold xmlns:r="http://schemas.openxmlformats.org/officeDocument/2006/relationships" r:id="R758d7465a5084542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99dc4dae7d48b3" /><Relationship Type="http://schemas.openxmlformats.org/officeDocument/2006/relationships/slideMaster" Target="/ppt/slideMasters/slideMaster1.xml" Id="R7b7ad7ee5fc74182" /><Relationship Type="http://schemas.openxmlformats.org/officeDocument/2006/relationships/slideMaster" Target="/ppt/slideMasters/slideMaster2.xml" Id="Rb837c15977974d37" /><Relationship Type="http://schemas.openxmlformats.org/officeDocument/2006/relationships/notesMaster" Target="/ppt/notesMasters/notesMaster1.xml" Id="R8e049e96d090450c" /><Relationship Type="http://schemas.openxmlformats.org/officeDocument/2006/relationships/presProps" Target="/ppt/presProps.xml" Id="Rdbaef296ea3e4820" /><Relationship Type="http://schemas.openxmlformats.org/officeDocument/2006/relationships/viewProps" Target="/ppt/viewProps.xml" Id="Rdf0f0ad90e964247" /><Relationship Type="http://schemas.openxmlformats.org/officeDocument/2006/relationships/tableStyles" Target="/ppt/tableStyles.xml" Id="R6bd63b07d1054c0e" /><Relationship Type="http://schemas.openxmlformats.org/officeDocument/2006/relationships/font" Target="/ppt/fonts/font.dat" Id="Rb13ad2c379ea4630" /><Relationship Type="http://schemas.openxmlformats.org/officeDocument/2006/relationships/font" Target="/ppt/fonts/font2.dat" Id="R6016efa526b944f1" /><Relationship Type="http://schemas.openxmlformats.org/officeDocument/2006/relationships/font" Target="/ppt/fonts/font3.dat" Id="R0db0527fb5c14dee" /><Relationship Type="http://schemas.openxmlformats.org/officeDocument/2006/relationships/font" Target="/ppt/fonts/font4.dat" Id="R758d7465a5084542" /><Relationship Type="http://schemas.openxmlformats.org/officeDocument/2006/relationships/slide" Target="/ppt/slides/slide1.xml" Id="R9864c22af5b2448a" /><Relationship Type="http://schemas.openxmlformats.org/officeDocument/2006/relationships/slide" Target="/ppt/slides/slide2.xml" Id="Ra32e7ea759c74643" /><Relationship Type="http://schemas.openxmlformats.org/officeDocument/2006/relationships/slide" Target="/ppt/slides/slide3.xml" Id="Rf1ede2fecfeb4f81" /><Relationship Type="http://schemas.openxmlformats.org/officeDocument/2006/relationships/slide" Target="/ppt/slides/slide4.xml" Id="Rf6353fc8363d4f2a" /><Relationship Type="http://schemas.openxmlformats.org/officeDocument/2006/relationships/slide" Target="/ppt/slides/slide5.xml" Id="R48f6141ba2d449e2" /><Relationship Type="http://schemas.openxmlformats.org/officeDocument/2006/relationships/slide" Target="/ppt/slides/slide6.xml" Id="R15408a5731ff4464" /><Relationship Type="http://schemas.openxmlformats.org/officeDocument/2006/relationships/slide" Target="/ppt/slides/slide7.xml" Id="R9bdb05d303764ef0" /><Relationship Type="http://schemas.openxmlformats.org/officeDocument/2006/relationships/slide" Target="/ppt/slides/slide8.xml" Id="R28d0ce2c8b734f2b" /><Relationship Type="http://schemas.openxmlformats.org/officeDocument/2006/relationships/slide" Target="/ppt/slides/slide9.xml" Id="R751b259df6c5403c" /><Relationship Type="http://schemas.openxmlformats.org/officeDocument/2006/relationships/slide" Target="/ppt/slides/slide10.xml" Id="R51f168bf581f4984" /><Relationship Type="http://schemas.openxmlformats.org/officeDocument/2006/relationships/slide" Target="/ppt/slides/slide11.xml" Id="R9fd153bff9c8467d" /><Relationship Type="http://schemas.openxmlformats.org/officeDocument/2006/relationships/slide" Target="/ppt/slides/slide12.xml" Id="R4cba44e3c9644c23" /><Relationship Type="http://schemas.openxmlformats.org/officeDocument/2006/relationships/slide" Target="/ppt/slides/slide13.xml" Id="Re201da761db44aa5" /><Relationship Type="http://schemas.openxmlformats.org/officeDocument/2006/relationships/slide" Target="/ppt/slides/slide14.xml" Id="Raf02f6076bc7449f" /><Relationship Type="http://schemas.openxmlformats.org/officeDocument/2006/relationships/slide" Target="/ppt/slides/slide15.xml" Id="R05f5f5c3b6ec4b2b" /><Relationship Type="http://schemas.openxmlformats.org/officeDocument/2006/relationships/slide" Target="/ppt/slides/slide16.xml" Id="R0eb65c26faae4b2e" /><Relationship Type="http://schemas.openxmlformats.org/officeDocument/2006/relationships/slide" Target="/ppt/slides/slide17.xml" Id="R2fef0d1c051c4d3f" /><Relationship Type="http://schemas.openxmlformats.org/officeDocument/2006/relationships/slide" Target="/ppt/slides/slide18.xml" Id="R67713f8b24e144ee" /><Relationship Type="http://schemas.openxmlformats.org/officeDocument/2006/relationships/slide" Target="/ppt/slides/slide19.xml" Id="R157a959ce9b94ce1" /><Relationship Type="http://schemas.openxmlformats.org/officeDocument/2006/relationships/slide" Target="/ppt/slides/slide20.xml" Id="R9e332f0572a04e56" /><Relationship Type="http://schemas.openxmlformats.org/officeDocument/2006/relationships/slide" Target="/ppt/slides/slide21.xml" Id="R4452e17c58d841c4" /><Relationship Type="http://schemas.openxmlformats.org/officeDocument/2006/relationships/slide" Target="/ppt/slides/slide22.xml" Id="R8c6322b9c27b4177" /><Relationship Type="http://schemas.openxmlformats.org/officeDocument/2006/relationships/slide" Target="/ppt/slides/slide23.xml" Id="R277b405409d3402a" /><Relationship Type="http://schemas.openxmlformats.org/officeDocument/2006/relationships/slide" Target="/ppt/slides/slide24.xml" Id="R7e706ee5d06f4e0e" /><Relationship Type="http://schemas.openxmlformats.org/officeDocument/2006/relationships/slide" Target="/ppt/slides/slide25.xml" Id="R6961b288a5ef4c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47e17d76fbac42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c7419ee7544c80" /><Relationship Type="http://schemas.openxmlformats.org/officeDocument/2006/relationships/notesMaster" Target="/ppt/notesMasters/notesMaster1.xml" Id="R8ef83790326c42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8c280755054f9c" /><Relationship Type="http://schemas.openxmlformats.org/officeDocument/2006/relationships/notesMaster" Target="/ppt/notesMasters/notesMaster1.xml" Id="Rffb195c2134349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95527ba7a249d0" /><Relationship Type="http://schemas.openxmlformats.org/officeDocument/2006/relationships/notesMaster" Target="/ppt/notesMasters/notesMaster1.xml" Id="R7dd6e532f2734a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5b54da8c084182" /><Relationship Type="http://schemas.openxmlformats.org/officeDocument/2006/relationships/notesMaster" Target="/ppt/notesMasters/notesMaster1.xml" Id="R2e2e483ed1974b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65823a50ac48f0" /><Relationship Type="http://schemas.openxmlformats.org/officeDocument/2006/relationships/notesMaster" Target="/ppt/notesMasters/notesMaster1.xml" Id="Rf8d867866b5347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d77142fa8f64439" /><Relationship Type="http://schemas.openxmlformats.org/officeDocument/2006/relationships/notesMaster" Target="/ppt/notesMasters/notesMaster1.xml" Id="R4e95b19f72934e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28d0ea1e4f4859" /><Relationship Type="http://schemas.openxmlformats.org/officeDocument/2006/relationships/notesMaster" Target="/ppt/notesMasters/notesMaster1.xml" Id="R6823e4c1eaa342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9543a10da1441ab" /><Relationship Type="http://schemas.openxmlformats.org/officeDocument/2006/relationships/notesMaster" Target="/ppt/notesMasters/notesMaster1.xml" Id="R12e5b7081974428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23377c770648b9" /><Relationship Type="http://schemas.openxmlformats.org/officeDocument/2006/relationships/notesMaster" Target="/ppt/notesMasters/notesMaster1.xml" Id="R763b7329c2884d3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05ce094ad1641d9" /><Relationship Type="http://schemas.openxmlformats.org/officeDocument/2006/relationships/notesMaster" Target="/ppt/notesMasters/notesMaster1.xml" Id="R548c3b2fd4f3458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48638277b914b26" /><Relationship Type="http://schemas.openxmlformats.org/officeDocument/2006/relationships/notesMaster" Target="/ppt/notesMasters/notesMaster1.xml" Id="R9ed02a78eb7b493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3aa9d0e94d64274" /><Relationship Type="http://schemas.openxmlformats.org/officeDocument/2006/relationships/notesMaster" Target="/ppt/notesMasters/notesMaster1.xml" Id="R0cdfa2bc28f8456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fdb53a338514246" /><Relationship Type="http://schemas.openxmlformats.org/officeDocument/2006/relationships/notesMaster" Target="/ppt/notesMasters/notesMaster1.xml" Id="Rbd38a9d3c6094f0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0124a4f39d04405" /><Relationship Type="http://schemas.openxmlformats.org/officeDocument/2006/relationships/notesMaster" Target="/ppt/notesMasters/notesMaster1.xml" Id="Rfd77a94e53c3476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e5d64fd390349be" /><Relationship Type="http://schemas.openxmlformats.org/officeDocument/2006/relationships/notesMaster" Target="/ppt/notesMasters/notesMaster1.xml" Id="Rf275a86d47de414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aec468182554e4d" /><Relationship Type="http://schemas.openxmlformats.org/officeDocument/2006/relationships/notesMaster" Target="/ppt/notesMasters/notesMaster1.xml" Id="R970c2b8f20e14dc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a6f71168f264e02" /><Relationship Type="http://schemas.openxmlformats.org/officeDocument/2006/relationships/notesMaster" Target="/ppt/notesMasters/notesMaster1.xml" Id="Rc2311f64f2e34de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1d952e197764e20" /><Relationship Type="http://schemas.openxmlformats.org/officeDocument/2006/relationships/notesMaster" Target="/ppt/notesMasters/notesMaster1.xml" Id="Rff1625e783574c4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35f4e289c524bb7" /><Relationship Type="http://schemas.openxmlformats.org/officeDocument/2006/relationships/notesMaster" Target="/ppt/notesMasters/notesMaster1.xml" Id="R809b55ac1be6493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dba18b198824c96" /><Relationship Type="http://schemas.openxmlformats.org/officeDocument/2006/relationships/notesMaster" Target="/ppt/notesMasters/notesMaster1.xml" Id="R405d2c6ce774463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22fd521cb694f45" /><Relationship Type="http://schemas.openxmlformats.org/officeDocument/2006/relationships/notesMaster" Target="/ppt/notesMasters/notesMaster1.xml" Id="Re507be645890495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7644ac19eaf4f86" /><Relationship Type="http://schemas.openxmlformats.org/officeDocument/2006/relationships/notesMaster" Target="/ppt/notesMasters/notesMaster1.xml" Id="R79f5b29f62084e2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e68bf4c20a24197" /><Relationship Type="http://schemas.openxmlformats.org/officeDocument/2006/relationships/notesMaster" Target="/ppt/notesMasters/notesMaster1.xml" Id="Ra2fb66bac1f94d4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f226df91a1c4ba6" /><Relationship Type="http://schemas.openxmlformats.org/officeDocument/2006/relationships/notesMaster" Target="/ppt/notesMasters/notesMaster1.xml" Id="R953fbd1eb2874ce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379841999234da6" /><Relationship Type="http://schemas.openxmlformats.org/officeDocument/2006/relationships/notesMaster" Target="/ppt/notesMasters/notesMaster1.xml" Id="Rcc787e36a98245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До занятия скачаны runtime и веса.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Выбор модели должен учитывать доступную память и задачи практики.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Подготовка и скачивание весов выполняются заранее.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0–10 минут. Поручите рабочему OpenCode проверить устройство и начать REPORT.md. Студент обсуждает выбор модели в чате.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Конкретные теги qwen3.5 в PREPARATION.md. При замене тега меняйте FROM в обоих Modelfile.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https://ollama.com/library/qwen3.5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make использует стандартную библиотеку Python. Ollama и веса устанавливаются отдельно.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10–25 минут. Изучите Modelfile. Преподаватель показывает, что веса не переобучаются.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https://docs.ollama.com/modelfile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Проверить сервер и доступность выбранного FROM. При ошибке архитектуры обновить runtime.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Команда разбита визуально: параметры выполняются в одной строке. Базовая модель qwen3.5:4b, пользовательского system нет.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25–40 минут. Текст находится в system.txt. Обсудите, какое поведение проверяем.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Полная команда в PRACTICE.md. Проверить, действительно ли модель перестала выдумывать CI. Успех на одном вопросе не достаточен.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Обсудите A/B со студентом. Рабочий OpenCode записывает его наблюдения в REPORT.md и показывает diff.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40–50 минут. Не меняйте заодно модель или длину контекста.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stream=false выдаёт результат целиком. В отчёте не называйте wall_seconds временем первого токена.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https://docs.ollama.com/api/chat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50–65 минут. Этот профиль не содержит пользовательского SYSTEM. Выделение 64k должно фактически поддерживаться устройством.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https://docs.ollama.com/integrations/opencode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Рабочий Build выполняет opencode run --dir demo --agent local-guide --model ollama/itmo-agent --format json и сохраняет ответ и события инструментов в results/. Конфиг demo/opencode.json относится к тестируемому помощнику, а не к рабочей сессии.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Откройте конфиг и объясните wildcard deny с allow для чтения. Глобальные плагины требуют отдельной проверки.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https://opencode.ai/docs/agents/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Напечатанное намерение прочитать или JSON в ответе не считается вызовом. При проблеме проверьте model/runtime/template.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65–80 минут. Рабочий OpenCode запускает каждый вопрос из QUESTIONS.md отдельным процессом, сохраняет ответы и события инструментов и обновляет отчёт по обсуждению со студентом.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Ограничение на чтение относится к local-guide. Рабочий Build запускает make test, сохраняет результаты и ведёт отчёт по сообщениям студента.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Низкая скорость не снижает оценку. Облако не является эквивалентом локальной части.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80–90 минут. Рабочий OpenCode завершает отчёт и показывает diff. Обсудите выводы и домашнюю работу из HOMEWORK.md.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Доступный вариант A/B — два system prompt на тех же весах. Подробности и исключения в HOMEWORK.md.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Качество железа не оценивается. Полная рубрика находится в HOMEWORK.md.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Завершить обсуждением: какая настройка оказалась важнее всего на вашем устройстве?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626c7cf8ae45b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2a2f06e03a448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48a648318f44a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a9fc42fd31480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e581970f274b9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e22f14188748d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4d2562b3a0467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b1cbface5f449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e871c5ad3e486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5d24899bdf42f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bf738ae1194de2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c84920f0a664c83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2c9e9be84724ac7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1e85da977794406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04eb5ae96ff4657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a47e3bb5cf848e8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2d2b94b2b9046b9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e13d7fe78ad4063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7b6d3263ac24a70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e29b561d96e41ee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2241f247c3d4ec2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2e194fc7d1e459c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66e5cb027294138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FEAC8908-1B5F-4082-AEC2-6D273CB4E5D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15611" y="992767"/>
            <a:ext cx="11360700" cy="273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1pPr>
            <a:lvl2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2pPr>
            <a:lvl3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3pPr>
            <a:lvl4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4pPr>
            <a:lvl5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5pPr>
            <a:lvl6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6pPr>
            <a:lvl7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7pPr>
            <a:lvl8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8pPr>
            <a:lvl9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0435E030-80AD-440C-838C-CD07C154482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15600" y="3778833"/>
            <a:ext cx="11360700" cy="105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B02C91E1-EBD4-4D2A-B2EE-EE204386401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>
              <a:buNone/>
              <a:defRPr sz="1333"/>
            </a:lvl1pPr>
            <a:lvl2pPr>
              <a:buNone/>
              <a:defRPr sz="1333"/>
            </a:lvl2pPr>
            <a:lvl3pPr>
              <a:buNone/>
              <a:defRPr sz="1333"/>
            </a:lvl3pPr>
            <a:lvl4pPr>
              <a:buNone/>
              <a:defRPr sz="1333"/>
            </a:lvl4pPr>
            <a:lvl5pPr>
              <a:buNone/>
              <a:defRPr sz="1333"/>
            </a:lvl5pPr>
            <a:lvl6pPr>
              <a:buNone/>
              <a:defRPr sz="1333"/>
            </a:lvl6pPr>
            <a:lvl7pPr>
              <a:buNone/>
              <a:defRPr sz="1333"/>
            </a:lvl7pPr>
            <a:lvl8pPr>
              <a:buNone/>
              <a:defRPr sz="1333"/>
            </a:lvl8pPr>
            <a:lvl9pPr>
              <a:buNone/>
              <a:defRPr sz="1333"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7F5B77A2-7CA4-46E5-BCDB-7380B3DE39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600" y="2867800"/>
            <a:ext cx="11360700" cy="112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282D17B2-C45A-4C48-B8BC-1BAD2B2BCE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>
              <a:buNone/>
              <a:defRPr sz="1333"/>
            </a:lvl1pPr>
            <a:lvl2pPr>
              <a:buNone/>
              <a:defRPr sz="1333"/>
            </a:lvl2pPr>
            <a:lvl3pPr>
              <a:buNone/>
              <a:defRPr sz="1333"/>
            </a:lvl3pPr>
            <a:lvl4pPr>
              <a:buNone/>
              <a:defRPr sz="1333"/>
            </a:lvl4pPr>
            <a:lvl5pPr>
              <a:buNone/>
              <a:defRPr sz="1333"/>
            </a:lvl5pPr>
            <a:lvl6pPr>
              <a:buNone/>
              <a:defRPr sz="1333"/>
            </a:lvl6pPr>
            <a:lvl7pPr>
              <a:buNone/>
              <a:defRPr sz="1333"/>
            </a:lvl7pPr>
            <a:lvl8pPr>
              <a:buNone/>
              <a:defRPr sz="1333"/>
            </a:lvl8pPr>
            <a:lvl9pPr>
              <a:buNone/>
              <a:defRPr sz="1333"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DAE9C064-7A2F-48B6-B59F-D421BFF1F7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600" y="593367"/>
            <a:ext cx="11360700" cy="7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1pPr>
            <a:lvl2pPr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2pPr>
            <a:lvl3pPr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3pPr>
            <a:lvl4pPr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4pPr>
            <a:lvl5pPr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5pPr>
            <a:lvl6pPr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6pPr>
            <a:lvl7pPr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7pPr>
            <a:lvl8pPr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8pPr>
            <a:lvl9pPr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A05BCEB2-028B-46CA-AD28-879F0450C5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600" y="1536633"/>
            <a:ext cx="11360700" cy="455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t">
            <a:normAutofit/>
          </a:bodyPr>
          <a:lstStyle xmlns:a="http://schemas.openxmlformats.org/drawingml/2006/main">
            <a:lvl1pPr marL="45720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marL="914400" indent="-347134">
              <a:spcBef>
                <a:spcPts val="0"/>
              </a:spcBef>
              <a:spcAft>
                <a:spcPts val="0"/>
              </a:spcAft>
              <a:buSzPts val="1867"/>
              <a:buChar char="○"/>
              <a:defRPr sz="1867"/>
            </a:lvl2pPr>
            <a:lvl3pPr marL="1371600" indent="-347134">
              <a:spcBef>
                <a:spcPts val="0"/>
              </a:spcBef>
              <a:spcAft>
                <a:spcPts val="0"/>
              </a:spcAft>
              <a:buSzPts val="1867"/>
              <a:buChar char="■"/>
              <a:defRPr sz="1867"/>
            </a:lvl3pPr>
            <a:lvl4pPr marL="1828800" indent="-347134">
              <a:spcBef>
                <a:spcPts val="0"/>
              </a:spcBef>
              <a:spcAft>
                <a:spcPts val="0"/>
              </a:spcAft>
              <a:buSzPts val="1867"/>
              <a:buChar char="●"/>
              <a:defRPr sz="1867"/>
            </a:lvl4pPr>
            <a:lvl5pPr marL="2286000" indent="-347133">
              <a:spcBef>
                <a:spcPts val="0"/>
              </a:spcBef>
              <a:spcAft>
                <a:spcPts val="0"/>
              </a:spcAft>
              <a:buSzPts val="1867"/>
              <a:buChar char="○"/>
              <a:defRPr sz="1867"/>
            </a:lvl5pPr>
            <a:lvl6pPr marL="2743200" indent="-347133">
              <a:spcBef>
                <a:spcPts val="0"/>
              </a:spcBef>
              <a:spcAft>
                <a:spcPts val="0"/>
              </a:spcAft>
              <a:buSzPts val="1867"/>
              <a:buChar char="■"/>
              <a:defRPr sz="1867"/>
            </a:lvl6pPr>
            <a:lvl7pPr marL="3200400" indent="-347133">
              <a:spcBef>
                <a:spcPts val="0"/>
              </a:spcBef>
              <a:spcAft>
                <a:spcPts val="0"/>
              </a:spcAft>
              <a:buSzPts val="1867"/>
              <a:buChar char="●"/>
              <a:defRPr sz="1867"/>
            </a:lvl7pPr>
            <a:lvl8pPr marL="3657600" indent="-347133">
              <a:spcBef>
                <a:spcPts val="0"/>
              </a:spcBef>
              <a:spcAft>
                <a:spcPts val="0"/>
              </a:spcAft>
              <a:buSzPts val="1867"/>
              <a:buChar char="○"/>
              <a:defRPr sz="1867"/>
            </a:lvl8pPr>
            <a:lvl9pPr marL="4114800" indent="-347133">
              <a:spcBef>
                <a:spcPts val="0"/>
              </a:spcBef>
              <a:spcAft>
                <a:spcPts val="0"/>
              </a:spcAft>
              <a:buSzPts val="1867"/>
              <a:buChar char="■"/>
              <a:defRPr sz="1867"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6F667287-F844-48CF-B07B-CA68AEDBF2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>
              <a:buNone/>
              <a:defRPr sz="1333"/>
            </a:lvl1pPr>
            <a:lvl2pPr>
              <a:buNone/>
              <a:defRPr sz="1333"/>
            </a:lvl2pPr>
            <a:lvl3pPr>
              <a:buNone/>
              <a:defRPr sz="1333"/>
            </a:lvl3pPr>
            <a:lvl4pPr>
              <a:buNone/>
              <a:defRPr sz="1333"/>
            </a:lvl4pPr>
            <a:lvl5pPr>
              <a:buNone/>
              <a:defRPr sz="1333"/>
            </a:lvl5pPr>
            <a:lvl6pPr>
              <a:buNone/>
              <a:defRPr sz="1333"/>
            </a:lvl6pPr>
            <a:lvl7pPr>
              <a:buNone/>
              <a:defRPr sz="1333"/>
            </a:lvl7pPr>
            <a:lvl8pPr>
              <a:buNone/>
              <a:defRPr sz="1333"/>
            </a:lvl8pPr>
            <a:lvl9pPr>
              <a:buNone/>
              <a:defRPr sz="1333"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92D60F44-1CE0-44AA-B44C-EE1A966E2B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600" y="593367"/>
            <a:ext cx="11360700" cy="7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1pPr>
            <a:lvl2pPr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2pPr>
            <a:lvl3pPr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3pPr>
            <a:lvl4pPr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4pPr>
            <a:lvl5pPr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5pPr>
            <a:lvl6pPr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6pPr>
            <a:lvl7pPr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7pPr>
            <a:lvl8pPr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8pPr>
            <a:lvl9pPr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765DE2F7-DF1E-446B-B05E-C1202DF508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600" y="1536633"/>
            <a:ext cx="5333100" cy="455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t">
            <a:normAutofit/>
          </a:bodyPr>
          <a:lstStyle xmlns:a="http://schemas.openxmlformats.org/drawingml/2006/main">
            <a:lvl1pPr marL="457200" indent="-347134">
              <a:spcBef>
                <a:spcPts val="0"/>
              </a:spcBef>
              <a:spcAft>
                <a:spcPts val="0"/>
              </a:spcAft>
              <a:buSzPts val="1867"/>
              <a:buChar char="●"/>
              <a:defRPr sz="1867"/>
            </a:lvl1pPr>
            <a:lvl2pPr marL="9144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8473D92C-A92F-4039-B69C-82A1546556C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43200" y="1536633"/>
            <a:ext cx="5333100" cy="455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t">
            <a:normAutofit/>
          </a:bodyPr>
          <a:lstStyle xmlns:a="http://schemas.openxmlformats.org/drawingml/2006/main">
            <a:lvl1pPr marL="457200" indent="-347134">
              <a:spcBef>
                <a:spcPts val="0"/>
              </a:spcBef>
              <a:spcAft>
                <a:spcPts val="0"/>
              </a:spcAft>
              <a:buSzPts val="1867"/>
              <a:buChar char="●"/>
              <a:defRPr sz="1867"/>
            </a:lvl1pPr>
            <a:lvl2pPr marL="9144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AED496D5-7F75-4282-B19D-9E642BECDC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>
              <a:buNone/>
              <a:defRPr sz="1333"/>
            </a:lvl1pPr>
            <a:lvl2pPr>
              <a:buNone/>
              <a:defRPr sz="1333"/>
            </a:lvl2pPr>
            <a:lvl3pPr>
              <a:buNone/>
              <a:defRPr sz="1333"/>
            </a:lvl3pPr>
            <a:lvl4pPr>
              <a:buNone/>
              <a:defRPr sz="1333"/>
            </a:lvl4pPr>
            <a:lvl5pPr>
              <a:buNone/>
              <a:defRPr sz="1333"/>
            </a:lvl5pPr>
            <a:lvl6pPr>
              <a:buNone/>
              <a:defRPr sz="1333"/>
            </a:lvl6pPr>
            <a:lvl7pPr>
              <a:buNone/>
              <a:defRPr sz="1333"/>
            </a:lvl7pPr>
            <a:lvl8pPr>
              <a:buNone/>
              <a:defRPr sz="1333"/>
            </a:lvl8pPr>
            <a:lvl9pPr>
              <a:buNone/>
              <a:defRPr sz="1333"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7E18B4C6-C5E0-46AB-AE58-267EC9399D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600" y="593367"/>
            <a:ext cx="11360700" cy="7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1pPr>
            <a:lvl2pPr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2pPr>
            <a:lvl3pPr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3pPr>
            <a:lvl4pPr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4pPr>
            <a:lvl5pPr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5pPr>
            <a:lvl6pPr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6pPr>
            <a:lvl7pPr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7pPr>
            <a:lvl8pPr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8pPr>
            <a:lvl9pPr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520F8145-A264-44AE-87A6-A97BFEC1F1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>
              <a:buNone/>
              <a:defRPr sz="1333"/>
            </a:lvl1pPr>
            <a:lvl2pPr>
              <a:buNone/>
              <a:defRPr sz="1333"/>
            </a:lvl2pPr>
            <a:lvl3pPr>
              <a:buNone/>
              <a:defRPr sz="1333"/>
            </a:lvl3pPr>
            <a:lvl4pPr>
              <a:buNone/>
              <a:defRPr sz="1333"/>
            </a:lvl4pPr>
            <a:lvl5pPr>
              <a:buNone/>
              <a:defRPr sz="1333"/>
            </a:lvl5pPr>
            <a:lvl6pPr>
              <a:buNone/>
              <a:defRPr sz="1333"/>
            </a:lvl6pPr>
            <a:lvl7pPr>
              <a:buNone/>
              <a:defRPr sz="1333"/>
            </a:lvl7pPr>
            <a:lvl8pPr>
              <a:buNone/>
              <a:defRPr sz="1333"/>
            </a:lvl8pPr>
            <a:lvl9pPr>
              <a:buNone/>
              <a:defRPr sz="1333"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F3753B53-1599-4040-8C8C-C1748E36A6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600" y="740800"/>
            <a:ext cx="3744000" cy="100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8422CB64-B6EE-4155-9926-AFDE98AED6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600" y="1852800"/>
            <a:ext cx="3744000" cy="4239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t">
            <a:normAutofit/>
          </a:bodyPr>
          <a:lstStyle xmlns:a="http://schemas.openxmlformats.org/drawingml/2006/main">
            <a:lvl1pPr marL="4572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3480A244-45CD-47A6-A8CC-0475B04F28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>
              <a:buNone/>
              <a:defRPr sz="1333"/>
            </a:lvl1pPr>
            <a:lvl2pPr>
              <a:buNone/>
              <a:defRPr sz="1333"/>
            </a:lvl2pPr>
            <a:lvl3pPr>
              <a:buNone/>
              <a:defRPr sz="1333"/>
            </a:lvl3pPr>
            <a:lvl4pPr>
              <a:buNone/>
              <a:defRPr sz="1333"/>
            </a:lvl4pPr>
            <a:lvl5pPr>
              <a:buNone/>
              <a:defRPr sz="1333"/>
            </a:lvl5pPr>
            <a:lvl6pPr>
              <a:buNone/>
              <a:defRPr sz="1333"/>
            </a:lvl6pPr>
            <a:lvl7pPr>
              <a:buNone/>
              <a:defRPr sz="1333"/>
            </a:lvl7pPr>
            <a:lvl8pPr>
              <a:buNone/>
              <a:defRPr sz="1333"/>
            </a:lvl8pPr>
            <a:lvl9pPr>
              <a:buNone/>
              <a:defRPr sz="1333"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73BE31CD-96B7-4552-B0D7-5696F2DF17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3667" y="600200"/>
            <a:ext cx="8490300" cy="545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3C7F1B3A-D2A4-41C4-827F-8027E38D4A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>
              <a:buNone/>
              <a:defRPr sz="1333"/>
            </a:lvl1pPr>
            <a:lvl2pPr>
              <a:buNone/>
              <a:defRPr sz="1333"/>
            </a:lvl2pPr>
            <a:lvl3pPr>
              <a:buNone/>
              <a:defRPr sz="1333"/>
            </a:lvl3pPr>
            <a:lvl4pPr>
              <a:buNone/>
              <a:defRPr sz="1333"/>
            </a:lvl4pPr>
            <a:lvl5pPr>
              <a:buNone/>
              <a:defRPr sz="1333"/>
            </a:lvl5pPr>
            <a:lvl6pPr>
              <a:buNone/>
              <a:defRPr sz="1333"/>
            </a:lvl6pPr>
            <a:lvl7pPr>
              <a:buNone/>
              <a:defRPr sz="1333"/>
            </a:lvl7pPr>
            <a:lvl8pPr>
              <a:buNone/>
              <a:defRPr sz="1333"/>
            </a:lvl8pPr>
            <a:lvl9pPr>
              <a:buNone/>
              <a:defRPr sz="1333"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E1391629-57D4-4582-A1D8-68A64811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-167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31BBF8BE-1882-4CD4-9C3C-CE405DC9BA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4000" y="1644233"/>
            <a:ext cx="5393700" cy="19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0A0FA63D-CCA1-4CBF-9890-5810F2CA6F0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54000" y="3737433"/>
            <a:ext cx="5393700" cy="164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BC6FB7DC-CD51-4DAA-81E7-49CD012FDDA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586000" y="965433"/>
            <a:ext cx="5115900" cy="492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 marL="45720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marL="914400" indent="-347134">
              <a:spcBef>
                <a:spcPts val="0"/>
              </a:spcBef>
              <a:spcAft>
                <a:spcPts val="0"/>
              </a:spcAft>
              <a:buSzPts val="1867"/>
              <a:buChar char="○"/>
              <a:defRPr sz="1867"/>
            </a:lvl2pPr>
            <a:lvl3pPr marL="1371600" indent="-347134">
              <a:spcBef>
                <a:spcPts val="0"/>
              </a:spcBef>
              <a:spcAft>
                <a:spcPts val="0"/>
              </a:spcAft>
              <a:buSzPts val="1867"/>
              <a:buChar char="■"/>
              <a:defRPr sz="1867"/>
            </a:lvl3pPr>
            <a:lvl4pPr marL="1828800" indent="-347134">
              <a:spcBef>
                <a:spcPts val="0"/>
              </a:spcBef>
              <a:spcAft>
                <a:spcPts val="0"/>
              </a:spcAft>
              <a:buSzPts val="1867"/>
              <a:buChar char="●"/>
              <a:defRPr sz="1867"/>
            </a:lvl4pPr>
            <a:lvl5pPr marL="2286000" indent="-347133">
              <a:spcBef>
                <a:spcPts val="0"/>
              </a:spcBef>
              <a:spcAft>
                <a:spcPts val="0"/>
              </a:spcAft>
              <a:buSzPts val="1867"/>
              <a:buChar char="○"/>
              <a:defRPr sz="1867"/>
            </a:lvl5pPr>
            <a:lvl6pPr marL="2743200" indent="-347133">
              <a:spcBef>
                <a:spcPts val="0"/>
              </a:spcBef>
              <a:spcAft>
                <a:spcPts val="0"/>
              </a:spcAft>
              <a:buSzPts val="1867"/>
              <a:buChar char="■"/>
              <a:defRPr sz="1867"/>
            </a:lvl6pPr>
            <a:lvl7pPr marL="3200400" indent="-347133">
              <a:spcBef>
                <a:spcPts val="0"/>
              </a:spcBef>
              <a:spcAft>
                <a:spcPts val="0"/>
              </a:spcAft>
              <a:buSzPts val="1867"/>
              <a:buChar char="●"/>
              <a:defRPr sz="1867"/>
            </a:lvl7pPr>
            <a:lvl8pPr marL="3657600" indent="-347133">
              <a:spcBef>
                <a:spcPts val="0"/>
              </a:spcBef>
              <a:spcAft>
                <a:spcPts val="0"/>
              </a:spcAft>
              <a:buSzPts val="1867"/>
              <a:buChar char="○"/>
              <a:defRPr sz="1867"/>
            </a:lvl8pPr>
            <a:lvl9pPr marL="4114800" indent="-347133">
              <a:spcBef>
                <a:spcPts val="0"/>
              </a:spcBef>
              <a:spcAft>
                <a:spcPts val="0"/>
              </a:spcAft>
              <a:buSzPts val="1867"/>
              <a:buChar char="■"/>
              <a:defRPr sz="1867"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1A7BE4BD-87FA-4F46-B325-FD5CD46D64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>
              <a:buNone/>
              <a:defRPr sz="1333"/>
            </a:lvl1pPr>
            <a:lvl2pPr>
              <a:buNone/>
              <a:defRPr sz="1333"/>
            </a:lvl2pPr>
            <a:lvl3pPr>
              <a:buNone/>
              <a:defRPr sz="1333"/>
            </a:lvl3pPr>
            <a:lvl4pPr>
              <a:buNone/>
              <a:defRPr sz="1333"/>
            </a:lvl4pPr>
            <a:lvl5pPr>
              <a:buNone/>
              <a:defRPr sz="1333"/>
            </a:lvl5pPr>
            <a:lvl6pPr>
              <a:buNone/>
              <a:defRPr sz="1333"/>
            </a:lvl6pPr>
            <a:lvl7pPr>
              <a:buNone/>
              <a:defRPr sz="1333"/>
            </a:lvl7pPr>
            <a:lvl8pPr>
              <a:buNone/>
              <a:defRPr sz="1333"/>
            </a:lvl8pPr>
            <a:lvl9pPr>
              <a:buNone/>
              <a:defRPr sz="1333"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BCF41F90-8ED0-4899-B2F6-49B2D6044E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600" y="5640767"/>
            <a:ext cx="7998300" cy="80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4A1B9F33-A347-4DE2-A12C-549191B5EE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>
              <a:buNone/>
              <a:defRPr sz="1333"/>
            </a:lvl1pPr>
            <a:lvl2pPr>
              <a:buNone/>
              <a:defRPr sz="1333"/>
            </a:lvl2pPr>
            <a:lvl3pPr>
              <a:buNone/>
              <a:defRPr sz="1333"/>
            </a:lvl3pPr>
            <a:lvl4pPr>
              <a:buNone/>
              <a:defRPr sz="1333"/>
            </a:lvl4pPr>
            <a:lvl5pPr>
              <a:buNone/>
              <a:defRPr sz="1333"/>
            </a:lvl5pPr>
            <a:lvl6pPr>
              <a:buNone/>
              <a:defRPr sz="1333"/>
            </a:lvl6pPr>
            <a:lvl7pPr>
              <a:buNone/>
              <a:defRPr sz="1333"/>
            </a:lvl7pPr>
            <a:lvl8pPr>
              <a:buNone/>
              <a:defRPr sz="1333"/>
            </a:lvl8pPr>
            <a:lvl9pPr>
              <a:buNone/>
              <a:defRPr sz="1333"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4394A90D-1243-48A8-8737-99CE8D370A4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15600" y="1474833"/>
            <a:ext cx="11360700" cy="2618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CA114CF4-5EE8-4F04-9CD6-580E3CE2B9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600" y="4202967"/>
            <a:ext cx="11360700" cy="173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t">
            <a:normAutofit/>
          </a:bodyPr>
          <a:lstStyle xmlns:a="http://schemas.openxmlformats.org/drawingml/2006/main">
            <a:lvl1pPr marL="45720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marL="914400" indent="-347134" algn="ctr">
              <a:spcBef>
                <a:spcPts val="0"/>
              </a:spcBef>
              <a:spcAft>
                <a:spcPts val="0"/>
              </a:spcAft>
              <a:buSzPts val="1867"/>
              <a:buChar char="○"/>
              <a:defRPr sz="1867"/>
            </a:lvl2pPr>
            <a:lvl3pPr marL="1371600" indent="-347134" algn="ctr">
              <a:spcBef>
                <a:spcPts val="0"/>
              </a:spcBef>
              <a:spcAft>
                <a:spcPts val="0"/>
              </a:spcAft>
              <a:buSzPts val="1867"/>
              <a:buChar char="■"/>
              <a:defRPr sz="1867"/>
            </a:lvl3pPr>
            <a:lvl4pPr marL="1828800" indent="-347134" algn="ctr">
              <a:spcBef>
                <a:spcPts val="0"/>
              </a:spcBef>
              <a:spcAft>
                <a:spcPts val="0"/>
              </a:spcAft>
              <a:buSzPts val="1867"/>
              <a:buChar char="●"/>
              <a:defRPr sz="1867"/>
            </a:lvl4pPr>
            <a:lvl5pPr marL="2286000" indent="-347133" algn="ctr">
              <a:spcBef>
                <a:spcPts val="0"/>
              </a:spcBef>
              <a:spcAft>
                <a:spcPts val="0"/>
              </a:spcAft>
              <a:buSzPts val="1867"/>
              <a:buChar char="○"/>
              <a:defRPr sz="1867"/>
            </a:lvl5pPr>
            <a:lvl6pPr marL="2743200" indent="-347133" algn="ctr">
              <a:spcBef>
                <a:spcPts val="0"/>
              </a:spcBef>
              <a:spcAft>
                <a:spcPts val="0"/>
              </a:spcAft>
              <a:buSzPts val="1867"/>
              <a:buChar char="■"/>
              <a:defRPr sz="1867"/>
            </a:lvl6pPr>
            <a:lvl7pPr marL="3200400" indent="-347133" algn="ctr">
              <a:spcBef>
                <a:spcPts val="0"/>
              </a:spcBef>
              <a:spcAft>
                <a:spcPts val="0"/>
              </a:spcAft>
              <a:buSzPts val="1867"/>
              <a:buChar char="●"/>
              <a:defRPr sz="1867"/>
            </a:lvl7pPr>
            <a:lvl8pPr marL="3657600" indent="-347133" algn="ctr">
              <a:spcBef>
                <a:spcPts val="0"/>
              </a:spcBef>
              <a:spcAft>
                <a:spcPts val="0"/>
              </a:spcAft>
              <a:buSzPts val="1867"/>
              <a:buChar char="○"/>
              <a:defRPr sz="1867"/>
            </a:lvl8pPr>
            <a:lvl9pPr marL="4114800" indent="-347133" algn="ctr">
              <a:spcBef>
                <a:spcPts val="0"/>
              </a:spcBef>
              <a:spcAft>
                <a:spcPts val="0"/>
              </a:spcAft>
              <a:buSzPts val="1867"/>
              <a:buChar char="■"/>
              <a:defRPr sz="1867"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D2171834-3062-486D-8616-32A1B4E4AE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>
              <a:buNone/>
              <a:defRPr sz="1333"/>
            </a:lvl1pPr>
            <a:lvl2pPr>
              <a:buNone/>
              <a:defRPr sz="1333"/>
            </a:lvl2pPr>
            <a:lvl3pPr>
              <a:buNone/>
              <a:defRPr sz="1333"/>
            </a:lvl3pPr>
            <a:lvl4pPr>
              <a:buNone/>
              <a:defRPr sz="1333"/>
            </a:lvl4pPr>
            <a:lvl5pPr>
              <a:buNone/>
              <a:defRPr sz="1333"/>
            </a:lvl5pPr>
            <a:lvl6pPr>
              <a:buNone/>
              <a:defRPr sz="1333"/>
            </a:lvl6pPr>
            <a:lvl7pPr>
              <a:buNone/>
              <a:defRPr sz="1333"/>
            </a:lvl7pPr>
            <a:lvl8pPr>
              <a:buNone/>
              <a:defRPr sz="1333"/>
            </a:lvl8pPr>
            <a:lvl9pPr>
              <a:buNone/>
              <a:defRPr sz="1333"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9C784A83-4C04-4F0C-BEC9-A2C5677062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>
              <a:buNone/>
              <a:defRPr sz="1333"/>
            </a:lvl1pPr>
            <a:lvl2pPr>
              <a:buNone/>
              <a:defRPr sz="1333"/>
            </a:lvl2pPr>
            <a:lvl3pPr>
              <a:buNone/>
              <a:defRPr sz="1333"/>
            </a:lvl3pPr>
            <a:lvl4pPr>
              <a:buNone/>
              <a:defRPr sz="1333"/>
            </a:lvl4pPr>
            <a:lvl5pPr>
              <a:buNone/>
              <a:defRPr sz="1333"/>
            </a:lvl5pPr>
            <a:lvl6pPr>
              <a:buNone/>
              <a:defRPr sz="1333"/>
            </a:lvl6pPr>
            <a:lvl7pPr>
              <a:buNone/>
              <a:defRPr sz="1333"/>
            </a:lvl7pPr>
            <a:lvl8pPr>
              <a:buNone/>
              <a:defRPr sz="1333"/>
            </a:lvl8pPr>
            <a:lvl9pPr>
              <a:buNone/>
              <a:defRPr sz="1333"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Google Shape;57;p14">
            <a:extLst xmlns:a="http://schemas.openxmlformats.org/drawingml/2006/main">
              <a:ext uri="{FF2B5EF4-FFF2-40B4-BE49-F238E27FC236}">
                <a16:creationId xmlns:a16="http://schemas.microsoft.com/office/drawing/2014/main" id="{701AE443-5285-4EF2-BA4F-337889926D1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8" name="Google Shape;58;p14">
            <a:extLst xmlns:a="http://schemas.openxmlformats.org/drawingml/2006/main">
              <a:ext uri="{FF2B5EF4-FFF2-40B4-BE49-F238E27FC236}">
                <a16:creationId xmlns:a16="http://schemas.microsoft.com/office/drawing/2014/main" id="{BBB63C94-77CE-408C-B38D-35074FF911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Google Shape;59;p14">
            <a:extLst xmlns:a="http://schemas.openxmlformats.org/drawingml/2006/main">
              <a:ext uri="{FF2B5EF4-FFF2-40B4-BE49-F238E27FC236}">
                <a16:creationId xmlns:a16="http://schemas.microsoft.com/office/drawing/2014/main" id="{E418939E-9E40-43C0-834E-A04F496F08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Google Shape;62;p16">
            <a:extLst xmlns:a="http://schemas.openxmlformats.org/drawingml/2006/main">
              <a:ext uri="{FF2B5EF4-FFF2-40B4-BE49-F238E27FC236}">
                <a16:creationId xmlns:a16="http://schemas.microsoft.com/office/drawing/2014/main" id="{C99C7ED5-1FFD-4A69-B506-F5C09C262C8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Google Shape;63;p16">
            <a:extLst xmlns:a="http://schemas.openxmlformats.org/drawingml/2006/main">
              <a:ext uri="{FF2B5EF4-FFF2-40B4-BE49-F238E27FC236}">
                <a16:creationId xmlns:a16="http://schemas.microsoft.com/office/drawing/2014/main" id="{70B0A9E4-56A3-41FB-948F-5C2A44FD854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64" name="Google Shape;64;p16">
            <a:extLst xmlns:a="http://schemas.openxmlformats.org/drawingml/2006/main">
              <a:ext uri="{FF2B5EF4-FFF2-40B4-BE49-F238E27FC236}">
                <a16:creationId xmlns:a16="http://schemas.microsoft.com/office/drawing/2014/main" id="{DD883253-7837-4342-A390-98F8AE7D3A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5" name="Google Shape;65;p16">
            <a:extLst xmlns:a="http://schemas.openxmlformats.org/drawingml/2006/main">
              <a:ext uri="{FF2B5EF4-FFF2-40B4-BE49-F238E27FC236}">
                <a16:creationId xmlns:a16="http://schemas.microsoft.com/office/drawing/2014/main" id="{44BF5DF2-734F-4800-BB7C-191F741CA9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Google Shape;66;p16">
            <a:extLst xmlns:a="http://schemas.openxmlformats.org/drawingml/2006/main">
              <a:ext uri="{FF2B5EF4-FFF2-40B4-BE49-F238E27FC236}">
                <a16:creationId xmlns:a16="http://schemas.microsoft.com/office/drawing/2014/main" id="{34F2AC25-5D86-4BBB-80EC-690CDFDF4F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Google Shape;68;p17">
            <a:extLst xmlns:a="http://schemas.openxmlformats.org/drawingml/2006/main">
              <a:ext uri="{FF2B5EF4-FFF2-40B4-BE49-F238E27FC236}">
                <a16:creationId xmlns:a16="http://schemas.microsoft.com/office/drawing/2014/main" id="{5A66172C-2325-4F31-93EB-07CC99E5C5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9" name="Google Shape;69;p17">
            <a:extLst xmlns:a="http://schemas.openxmlformats.org/drawingml/2006/main">
              <a:ext uri="{FF2B5EF4-FFF2-40B4-BE49-F238E27FC236}">
                <a16:creationId xmlns:a16="http://schemas.microsoft.com/office/drawing/2014/main" id="{6DAE344A-D7B8-4B6C-AEF8-8A4F14E793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0" name="Google Shape;70;p17">
            <a:extLst xmlns:a="http://schemas.openxmlformats.org/drawingml/2006/main">
              <a:ext uri="{FF2B5EF4-FFF2-40B4-BE49-F238E27FC236}">
                <a16:creationId xmlns:a16="http://schemas.microsoft.com/office/drawing/2014/main" id="{1A4548E7-A298-4D4B-B667-43A62923CB8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1" name="Google Shape;71;p17">
            <a:extLst xmlns:a="http://schemas.openxmlformats.org/drawingml/2006/main">
              <a:ext uri="{FF2B5EF4-FFF2-40B4-BE49-F238E27FC236}">
                <a16:creationId xmlns:a16="http://schemas.microsoft.com/office/drawing/2014/main" id="{56126046-8880-4587-91BC-340C27D145C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Google Shape;72;p17">
            <a:extLst xmlns:a="http://schemas.openxmlformats.org/drawingml/2006/main">
              <a:ext uri="{FF2B5EF4-FFF2-40B4-BE49-F238E27FC236}">
                <a16:creationId xmlns:a16="http://schemas.microsoft.com/office/drawing/2014/main" id="{54DE502D-172F-4833-83EF-891C17A45B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Google Shape;74;p18">
            <a:extLst xmlns:a="http://schemas.openxmlformats.org/drawingml/2006/main">
              <a:ext uri="{FF2B5EF4-FFF2-40B4-BE49-F238E27FC236}">
                <a16:creationId xmlns:a16="http://schemas.microsoft.com/office/drawing/2014/main" id="{DB305131-C4F6-4B1B-9160-A2308B59F6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anrope Medium"/>
              <a:buNone/>
              <a:defRPr sz="4000" b="1" cap="none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5" name="Google Shape;75;p18">
            <a:extLst xmlns:a="http://schemas.openxmlformats.org/drawingml/2006/main">
              <a:ext uri="{FF2B5EF4-FFF2-40B4-BE49-F238E27FC236}">
                <a16:creationId xmlns:a16="http://schemas.microsoft.com/office/drawing/2014/main" id="{8CF7CE06-0CAA-4BC0-B606-94A4906DC3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6" name="Google Shape;76;p18">
            <a:extLst xmlns:a="http://schemas.openxmlformats.org/drawingml/2006/main">
              <a:ext uri="{FF2B5EF4-FFF2-40B4-BE49-F238E27FC236}">
                <a16:creationId xmlns:a16="http://schemas.microsoft.com/office/drawing/2014/main" id="{79B1E6B6-F780-486F-9EBF-1D4C019D2AE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7" name="Google Shape;77;p18">
            <a:extLst xmlns:a="http://schemas.openxmlformats.org/drawingml/2006/main">
              <a:ext uri="{FF2B5EF4-FFF2-40B4-BE49-F238E27FC236}">
                <a16:creationId xmlns:a16="http://schemas.microsoft.com/office/drawing/2014/main" id="{FEDAEFB1-14B3-45EE-B745-8D622F3345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Google Shape;78;p18">
            <a:extLst xmlns:a="http://schemas.openxmlformats.org/drawingml/2006/main">
              <a:ext uri="{FF2B5EF4-FFF2-40B4-BE49-F238E27FC236}">
                <a16:creationId xmlns:a16="http://schemas.microsoft.com/office/drawing/2014/main" id="{BED79F66-17A6-4DB2-8B6F-55927EA0DBA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Google Shape;80;p19">
            <a:extLst xmlns:a="http://schemas.openxmlformats.org/drawingml/2006/main">
              <a:ext uri="{FF2B5EF4-FFF2-40B4-BE49-F238E27FC236}">
                <a16:creationId xmlns:a16="http://schemas.microsoft.com/office/drawing/2014/main" id="{5B2E0F7C-B28B-46EE-B088-5B2E0C8E27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81" name="Google Shape;81;p19">
            <a:extLst xmlns:a="http://schemas.openxmlformats.org/drawingml/2006/main">
              <a:ext uri="{FF2B5EF4-FFF2-40B4-BE49-F238E27FC236}">
                <a16:creationId xmlns:a16="http://schemas.microsoft.com/office/drawing/2014/main" id="{42FE7869-6AE0-4B6B-90D9-3DFA74B757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4038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 xmlns:a="http://schemas.openxmlformats.org/drawingml/2006/main"/>
        </p:txBody>
      </p:sp>
      <p:sp>
        <p:nvSpPr>
          <p:cNvPr id="82" name="Google Shape;82;p19">
            <a:extLst xmlns:a="http://schemas.openxmlformats.org/drawingml/2006/main">
              <a:ext uri="{FF2B5EF4-FFF2-40B4-BE49-F238E27FC236}">
                <a16:creationId xmlns:a16="http://schemas.microsoft.com/office/drawing/2014/main" id="{1E4B088E-5618-4ED9-A499-DCB1F9CEAFD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48200" y="1600200"/>
            <a:ext cx="4038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 xmlns:a="http://schemas.openxmlformats.org/drawingml/2006/main"/>
        </p:txBody>
      </p:sp>
      <p:sp>
        <p:nvSpPr>
          <p:cNvPr id="83" name="Google Shape;83;p19">
            <a:extLst xmlns:a="http://schemas.openxmlformats.org/drawingml/2006/main">
              <a:ext uri="{FF2B5EF4-FFF2-40B4-BE49-F238E27FC236}">
                <a16:creationId xmlns:a16="http://schemas.microsoft.com/office/drawing/2014/main" id="{134178D5-48B9-4636-B3B2-89DDA8711BF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84" name="Google Shape;84;p19">
            <a:extLst xmlns:a="http://schemas.openxmlformats.org/drawingml/2006/main">
              <a:ext uri="{FF2B5EF4-FFF2-40B4-BE49-F238E27FC236}">
                <a16:creationId xmlns:a16="http://schemas.microsoft.com/office/drawing/2014/main" id="{84A1F7E0-6AA3-4691-97AA-6FD4CBD0FB3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85" name="Google Shape;85;p19">
            <a:extLst xmlns:a="http://schemas.openxmlformats.org/drawingml/2006/main">
              <a:ext uri="{FF2B5EF4-FFF2-40B4-BE49-F238E27FC236}">
                <a16:creationId xmlns:a16="http://schemas.microsoft.com/office/drawing/2014/main" id="{D5519A8B-332F-42CE-A8F1-E75F5D1140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Google Shape;87;p20">
            <a:extLst xmlns:a="http://schemas.openxmlformats.org/drawingml/2006/main">
              <a:ext uri="{FF2B5EF4-FFF2-40B4-BE49-F238E27FC236}">
                <a16:creationId xmlns:a16="http://schemas.microsoft.com/office/drawing/2014/main" id="{5335D37F-BCA7-42BC-97D5-5C3CDE1216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nrope Medium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88" name="Google Shape;88;p20">
            <a:extLst xmlns:a="http://schemas.openxmlformats.org/drawingml/2006/main">
              <a:ext uri="{FF2B5EF4-FFF2-40B4-BE49-F238E27FC236}">
                <a16:creationId xmlns:a16="http://schemas.microsoft.com/office/drawing/2014/main" id="{E648B857-AACF-42FD-BA31-0608DB0F31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89" name="Google Shape;89;p20">
            <a:extLst xmlns:a="http://schemas.openxmlformats.org/drawingml/2006/main">
              <a:ext uri="{FF2B5EF4-FFF2-40B4-BE49-F238E27FC236}">
                <a16:creationId xmlns:a16="http://schemas.microsoft.com/office/drawing/2014/main" id="{B5C6A961-4D32-44A6-807B-9CD1A0BE623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2174875"/>
            <a:ext cx="4040188" cy="3951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 xmlns:a="http://schemas.openxmlformats.org/drawingml/2006/main"/>
        </p:txBody>
      </p:sp>
      <p:sp>
        <p:nvSpPr>
          <p:cNvPr id="90" name="Google Shape;90;p20">
            <a:extLst xmlns:a="http://schemas.openxmlformats.org/drawingml/2006/main">
              <a:ext uri="{FF2B5EF4-FFF2-40B4-BE49-F238E27FC236}">
                <a16:creationId xmlns:a16="http://schemas.microsoft.com/office/drawing/2014/main" id="{49A27A58-C960-4008-B17D-7A216DDA971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91" name="Google Shape;91;p20">
            <a:extLst xmlns:a="http://schemas.openxmlformats.org/drawingml/2006/main">
              <a:ext uri="{FF2B5EF4-FFF2-40B4-BE49-F238E27FC236}">
                <a16:creationId xmlns:a16="http://schemas.microsoft.com/office/drawing/2014/main" id="{ABB1B4F9-2147-48A9-ADC9-E92CBB8E4390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45025" y="2174875"/>
            <a:ext cx="4041775" cy="3951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 xmlns:a="http://schemas.openxmlformats.org/drawingml/2006/main"/>
        </p:txBody>
      </p:sp>
      <p:sp>
        <p:nvSpPr>
          <p:cNvPr id="92" name="Google Shape;92;p20">
            <a:extLst xmlns:a="http://schemas.openxmlformats.org/drawingml/2006/main">
              <a:ext uri="{FF2B5EF4-FFF2-40B4-BE49-F238E27FC236}">
                <a16:creationId xmlns:a16="http://schemas.microsoft.com/office/drawing/2014/main" id="{FC176CE4-35F9-42F5-B154-00AE96D890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93" name="Google Shape;93;p20">
            <a:extLst xmlns:a="http://schemas.openxmlformats.org/drawingml/2006/main">
              <a:ext uri="{FF2B5EF4-FFF2-40B4-BE49-F238E27FC236}">
                <a16:creationId xmlns:a16="http://schemas.microsoft.com/office/drawing/2014/main" id="{CBD30299-554D-49BD-AC99-39B1E6C475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94" name="Google Shape;94;p20">
            <a:extLst xmlns:a="http://schemas.openxmlformats.org/drawingml/2006/main">
              <a:ext uri="{FF2B5EF4-FFF2-40B4-BE49-F238E27FC236}">
                <a16:creationId xmlns:a16="http://schemas.microsoft.com/office/drawing/2014/main" id="{50607696-8CD1-4838-8EA4-CBB0C0B248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6" name="Google Shape;96;p21">
            <a:extLst xmlns:a="http://schemas.openxmlformats.org/drawingml/2006/main">
              <a:ext uri="{FF2B5EF4-FFF2-40B4-BE49-F238E27FC236}">
                <a16:creationId xmlns:a16="http://schemas.microsoft.com/office/drawing/2014/main" id="{A4E16EBA-EBE2-401D-BD46-8661258784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97" name="Google Shape;97;p21">
            <a:extLst xmlns:a="http://schemas.openxmlformats.org/drawingml/2006/main">
              <a:ext uri="{FF2B5EF4-FFF2-40B4-BE49-F238E27FC236}">
                <a16:creationId xmlns:a16="http://schemas.microsoft.com/office/drawing/2014/main" id="{D628ED4A-BDAA-4D68-B8D5-BCD724183CD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98" name="Google Shape;98;p21">
            <a:extLst xmlns:a="http://schemas.openxmlformats.org/drawingml/2006/main">
              <a:ext uri="{FF2B5EF4-FFF2-40B4-BE49-F238E27FC236}">
                <a16:creationId xmlns:a16="http://schemas.microsoft.com/office/drawing/2014/main" id="{7E8FF60B-1CEE-4392-9AAD-791FA6A85B1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99" name="Google Shape;99;p21">
            <a:extLst xmlns:a="http://schemas.openxmlformats.org/drawingml/2006/main">
              <a:ext uri="{FF2B5EF4-FFF2-40B4-BE49-F238E27FC236}">
                <a16:creationId xmlns:a16="http://schemas.microsoft.com/office/drawing/2014/main" id="{AFD7FABA-5874-4125-A8CE-377DE37465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1" name="Google Shape;101;p22">
            <a:extLst xmlns:a="http://schemas.openxmlformats.org/drawingml/2006/main">
              <a:ext uri="{FF2B5EF4-FFF2-40B4-BE49-F238E27FC236}">
                <a16:creationId xmlns:a16="http://schemas.microsoft.com/office/drawing/2014/main" id="{E05F32CF-4E79-4F82-93EA-9CD3F2BDE4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 Medium"/>
              <a:buNone/>
              <a:defRPr sz="2000" b="1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02" name="Google Shape;102;p22">
            <a:extLst xmlns:a="http://schemas.openxmlformats.org/drawingml/2006/main">
              <a:ext uri="{FF2B5EF4-FFF2-40B4-BE49-F238E27FC236}">
                <a16:creationId xmlns:a16="http://schemas.microsoft.com/office/drawing/2014/main" id="{8ED18D4C-808E-4B8C-B265-046A132FEB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575050" y="273050"/>
            <a:ext cx="5111750" cy="5853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/>
        </p:txBody>
      </p:sp>
      <p:sp>
        <p:nvSpPr>
          <p:cNvPr id="103" name="Google Shape;103;p22">
            <a:extLst xmlns:a="http://schemas.openxmlformats.org/drawingml/2006/main">
              <a:ext uri="{FF2B5EF4-FFF2-40B4-BE49-F238E27FC236}">
                <a16:creationId xmlns:a16="http://schemas.microsoft.com/office/drawing/2014/main" id="{8FD409BE-44CB-4702-8023-B75818BEF2D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104" name="Google Shape;104;p22">
            <a:extLst xmlns:a="http://schemas.openxmlformats.org/drawingml/2006/main">
              <a:ext uri="{FF2B5EF4-FFF2-40B4-BE49-F238E27FC236}">
                <a16:creationId xmlns:a16="http://schemas.microsoft.com/office/drawing/2014/main" id="{88642C2A-C1D2-47BC-B3AB-F75E53DAE3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05" name="Google Shape;105;p22">
            <a:extLst xmlns:a="http://schemas.openxmlformats.org/drawingml/2006/main">
              <a:ext uri="{FF2B5EF4-FFF2-40B4-BE49-F238E27FC236}">
                <a16:creationId xmlns:a16="http://schemas.microsoft.com/office/drawing/2014/main" id="{913C8773-6B4D-4C3B-A1AA-6B5163744D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06" name="Google Shape;106;p22">
            <a:extLst xmlns:a="http://schemas.openxmlformats.org/drawingml/2006/main">
              <a:ext uri="{FF2B5EF4-FFF2-40B4-BE49-F238E27FC236}">
                <a16:creationId xmlns:a16="http://schemas.microsoft.com/office/drawing/2014/main" id="{0B99EE3C-9D83-4F96-AD04-C710082909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8" name="Google Shape;108;p23">
            <a:extLst xmlns:a="http://schemas.openxmlformats.org/drawingml/2006/main">
              <a:ext uri="{FF2B5EF4-FFF2-40B4-BE49-F238E27FC236}">
                <a16:creationId xmlns:a16="http://schemas.microsoft.com/office/drawing/2014/main" id="{C80EE452-A1E8-4C77-AACD-24E58ACF5F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 Medium"/>
              <a:buNone/>
              <a:defRPr sz="2000" b="1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09" name="Google Shape;109;p23">
            <a:extLst xmlns:a="http://schemas.openxmlformats.org/drawingml/2006/main">
              <a:ext uri="{FF2B5EF4-FFF2-40B4-BE49-F238E27FC236}">
                <a16:creationId xmlns:a16="http://schemas.microsoft.com/office/drawing/2014/main" id="{76978F39-5C7C-424C-8BCB-577D3C6CA21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792288" y="612775"/>
            <a:ext cx="5486400" cy="411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10" name="Google Shape;110;p23">
            <a:extLst xmlns:a="http://schemas.openxmlformats.org/drawingml/2006/main">
              <a:ext uri="{FF2B5EF4-FFF2-40B4-BE49-F238E27FC236}">
                <a16:creationId xmlns:a16="http://schemas.microsoft.com/office/drawing/2014/main" id="{3B6DD37B-0BD2-4E0B-BC38-B4D385ED42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792288" y="5367338"/>
            <a:ext cx="5486400" cy="804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111" name="Google Shape;111;p23">
            <a:extLst xmlns:a="http://schemas.openxmlformats.org/drawingml/2006/main">
              <a:ext uri="{FF2B5EF4-FFF2-40B4-BE49-F238E27FC236}">
                <a16:creationId xmlns:a16="http://schemas.microsoft.com/office/drawing/2014/main" id="{28174B73-245D-4580-A17C-11DC562D547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12" name="Google Shape;112;p23">
            <a:extLst xmlns:a="http://schemas.openxmlformats.org/drawingml/2006/main">
              <a:ext uri="{FF2B5EF4-FFF2-40B4-BE49-F238E27FC236}">
                <a16:creationId xmlns:a16="http://schemas.microsoft.com/office/drawing/2014/main" id="{79DAB8D9-C61C-4660-991E-F101A2D4A7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13" name="Google Shape;113;p23">
            <a:extLst xmlns:a="http://schemas.openxmlformats.org/drawingml/2006/main">
              <a:ext uri="{FF2B5EF4-FFF2-40B4-BE49-F238E27FC236}">
                <a16:creationId xmlns:a16="http://schemas.microsoft.com/office/drawing/2014/main" id="{D1DF6898-366A-4704-ACF1-664D046850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5" name="Google Shape;115;p24">
            <a:extLst xmlns:a="http://schemas.openxmlformats.org/drawingml/2006/main">
              <a:ext uri="{FF2B5EF4-FFF2-40B4-BE49-F238E27FC236}">
                <a16:creationId xmlns:a16="http://schemas.microsoft.com/office/drawing/2014/main" id="{C75A6007-EC1B-43DD-9411-8B0B0C1AF4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16" name="Google Shape;116;p24">
            <a:extLst xmlns:a="http://schemas.openxmlformats.org/drawingml/2006/main">
              <a:ext uri="{FF2B5EF4-FFF2-40B4-BE49-F238E27FC236}">
                <a16:creationId xmlns:a16="http://schemas.microsoft.com/office/drawing/2014/main" id="{687954A6-6E3D-48F3-94AE-30AB7D12D0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309019" y="-251618"/>
            <a:ext cx="4525963" cy="822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17" name="Google Shape;117;p24">
            <a:extLst xmlns:a="http://schemas.openxmlformats.org/drawingml/2006/main">
              <a:ext uri="{FF2B5EF4-FFF2-40B4-BE49-F238E27FC236}">
                <a16:creationId xmlns:a16="http://schemas.microsoft.com/office/drawing/2014/main" id="{34BA2046-EB5E-47DA-9EF3-F29F83C3D9C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18" name="Google Shape;118;p24">
            <a:extLst xmlns:a="http://schemas.openxmlformats.org/drawingml/2006/main">
              <a:ext uri="{FF2B5EF4-FFF2-40B4-BE49-F238E27FC236}">
                <a16:creationId xmlns:a16="http://schemas.microsoft.com/office/drawing/2014/main" id="{F033DDEE-CAA3-4F0F-BD04-9D9ECEFAE1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19" name="Google Shape;119;p24">
            <a:extLst xmlns:a="http://schemas.openxmlformats.org/drawingml/2006/main">
              <a:ext uri="{FF2B5EF4-FFF2-40B4-BE49-F238E27FC236}">
                <a16:creationId xmlns:a16="http://schemas.microsoft.com/office/drawing/2014/main" id="{33E286C4-8B7E-4860-8138-DE288DB93F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3.xml><?xml version="1.0" encoding="utf-8"?>
<p:sldLayout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1" name="Google Shape;121;p25">
            <a:extLst xmlns:a="http://schemas.openxmlformats.org/drawingml/2006/main">
              <a:ext uri="{FF2B5EF4-FFF2-40B4-BE49-F238E27FC236}">
                <a16:creationId xmlns:a16="http://schemas.microsoft.com/office/drawing/2014/main" id="{D13A48EC-3BE7-4755-825D-14A1E21FF1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4732338" y="2171701"/>
            <a:ext cx="5851525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22" name="Google Shape;122;p25">
            <a:extLst xmlns:a="http://schemas.openxmlformats.org/drawingml/2006/main">
              <a:ext uri="{FF2B5EF4-FFF2-40B4-BE49-F238E27FC236}">
                <a16:creationId xmlns:a16="http://schemas.microsoft.com/office/drawing/2014/main" id="{879287C5-D71F-4FC3-A1A0-98DCA90617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541338" y="190500"/>
            <a:ext cx="5851525" cy="601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23" name="Google Shape;123;p25">
            <a:extLst xmlns:a="http://schemas.openxmlformats.org/drawingml/2006/main">
              <a:ext uri="{FF2B5EF4-FFF2-40B4-BE49-F238E27FC236}">
                <a16:creationId xmlns:a16="http://schemas.microsoft.com/office/drawing/2014/main" id="{AA41D2F0-6E87-45E3-9751-09C040FAFC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24" name="Google Shape;124;p25">
            <a:extLst xmlns:a="http://schemas.openxmlformats.org/drawingml/2006/main">
              <a:ext uri="{FF2B5EF4-FFF2-40B4-BE49-F238E27FC236}">
                <a16:creationId xmlns:a16="http://schemas.microsoft.com/office/drawing/2014/main" id="{383B1FE8-A6BB-48BE-A820-329E8F9CADD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25" name="Google Shape;125;p25">
            <a:extLst xmlns:a="http://schemas.openxmlformats.org/drawingml/2006/main">
              <a:ext uri="{FF2B5EF4-FFF2-40B4-BE49-F238E27FC236}">
                <a16:creationId xmlns:a16="http://schemas.microsoft.com/office/drawing/2014/main" id="{A9CFAA5C-EC0C-4018-95A6-81F533ABC66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1d09a4c19442e2" /><Relationship Type="http://schemas.openxmlformats.org/officeDocument/2006/relationships/slideLayout" Target="/ppt/slideLayouts/slideLayout1.xml" Id="R3e228a75e2844663" /><Relationship Type="http://schemas.openxmlformats.org/officeDocument/2006/relationships/slideLayout" Target="/ppt/slideLayouts/slideLayout2.xml" Id="R35b5db2617f64ce6" /><Relationship Type="http://schemas.openxmlformats.org/officeDocument/2006/relationships/slideLayout" Target="/ppt/slideLayouts/slideLayout3.xml" Id="R41518eb112f046dc" /><Relationship Type="http://schemas.openxmlformats.org/officeDocument/2006/relationships/slideLayout" Target="/ppt/slideLayouts/slideLayout4.xml" Id="R1a50fe406c974e69" /><Relationship Type="http://schemas.openxmlformats.org/officeDocument/2006/relationships/slideLayout" Target="/ppt/slideLayouts/slideLayout5.xml" Id="Rcaefc773c8dc4304" /><Relationship Type="http://schemas.openxmlformats.org/officeDocument/2006/relationships/slideLayout" Target="/ppt/slideLayouts/slideLayout6.xml" Id="Rc26f1ff2e23948b1" /><Relationship Type="http://schemas.openxmlformats.org/officeDocument/2006/relationships/slideLayout" Target="/ppt/slideLayouts/slideLayout7.xml" Id="Rfabe8d98d3de4e30" /><Relationship Type="http://schemas.openxmlformats.org/officeDocument/2006/relationships/slideLayout" Target="/ppt/slideLayouts/slideLayout8.xml" Id="Rc2b5540d64ef4d20" /><Relationship Type="http://schemas.openxmlformats.org/officeDocument/2006/relationships/slideLayout" Target="/ppt/slideLayouts/slideLayout9.xml" Id="Rf504e00a3bbb4ec4" /><Relationship Type="http://schemas.openxmlformats.org/officeDocument/2006/relationships/slideLayout" Target="/ppt/slideLayouts/slideLayout10.xml" Id="R096ac098fed34c26" /><Relationship Type="http://schemas.openxmlformats.org/officeDocument/2006/relationships/slideLayout" Target="/ppt/slideLayouts/slideLayout11.xml" Id="Rb5241fce373140ed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348cf2682619472d" /><Relationship Type="http://schemas.openxmlformats.org/officeDocument/2006/relationships/slideLayout" Target="/ppt/slideLayouts/slideLayout12.xml" Id="R94074687bc114d50" /><Relationship Type="http://schemas.openxmlformats.org/officeDocument/2006/relationships/slideLayout" Target="/ppt/slideLayouts/slideLayout13.xml" Id="Recbac5ececc44378" /><Relationship Type="http://schemas.openxmlformats.org/officeDocument/2006/relationships/slideLayout" Target="/ppt/slideLayouts/slideLayout14.xml" Id="Reb587844159544e3" /><Relationship Type="http://schemas.openxmlformats.org/officeDocument/2006/relationships/slideLayout" Target="/ppt/slideLayouts/slideLayout15.xml" Id="Rb1921366782b42f0" /><Relationship Type="http://schemas.openxmlformats.org/officeDocument/2006/relationships/slideLayout" Target="/ppt/slideLayouts/slideLayout16.xml" Id="Rd5c45cf62b0f4baa" /><Relationship Type="http://schemas.openxmlformats.org/officeDocument/2006/relationships/slideLayout" Target="/ppt/slideLayouts/slideLayout17.xml" Id="R1a40bc11c1404308" /><Relationship Type="http://schemas.openxmlformats.org/officeDocument/2006/relationships/slideLayout" Target="/ppt/slideLayouts/slideLayout18.xml" Id="R3cd21357331f498d" /><Relationship Type="http://schemas.openxmlformats.org/officeDocument/2006/relationships/slideLayout" Target="/ppt/slideLayouts/slideLayout19.xml" Id="R37ad53206ab14fab" /><Relationship Type="http://schemas.openxmlformats.org/officeDocument/2006/relationships/slideLayout" Target="/ppt/slideLayouts/slideLayout20.xml" Id="R958d10ea40a04d4c" /><Relationship Type="http://schemas.openxmlformats.org/officeDocument/2006/relationships/slideLayout" Target="/ppt/slideLayouts/slideLayout21.xml" Id="Rd0e8b9b2519245da" /><Relationship Type="http://schemas.openxmlformats.org/officeDocument/2006/relationships/slideLayout" Target="/ppt/slideLayouts/slideLayout22.xml" Id="R28213cc5bd334862" /><Relationship Type="http://schemas.openxmlformats.org/officeDocument/2006/relationships/slideLayout" Target="/ppt/slideLayouts/slideLayout23.xml" Id="Rf0791ec7f2ac4296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DEFE459C-53CD-4D1D-97C6-101ED89406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600" y="593367"/>
            <a:ext cx="11360700" cy="76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289D5CBE-2205-43AE-8F53-1DC36CE04D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600" y="1536633"/>
            <a:ext cx="11360700" cy="455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t">
            <a:normAutofit/>
          </a:bodyPr>
          <a:lstStyle xmlns:a="http://schemas.openxmlformats.org/drawingml/2006/main">
            <a:lvl1pPr marL="45720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indent="-34713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○"/>
              <a:defRPr sz="1867">
                <a:solidFill>
                  <a:schemeClr val="dk2"/>
                </a:solidFill>
              </a:defRPr>
            </a:lvl2pPr>
            <a:lvl3pPr marL="1371600" indent="-34713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■"/>
              <a:defRPr sz="1867">
                <a:solidFill>
                  <a:schemeClr val="dk2"/>
                </a:solidFill>
              </a:defRPr>
            </a:lvl3pPr>
            <a:lvl4pPr marL="1828800" indent="-34713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●"/>
              <a:defRPr sz="1867">
                <a:solidFill>
                  <a:schemeClr val="dk2"/>
                </a:solidFill>
              </a:defRPr>
            </a:lvl4pPr>
            <a:lvl5pPr marL="2286000" indent="-3471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○"/>
              <a:defRPr sz="1867">
                <a:solidFill>
                  <a:schemeClr val="dk2"/>
                </a:solidFill>
              </a:defRPr>
            </a:lvl5pPr>
            <a:lvl6pPr marL="2743200" indent="-3471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■"/>
              <a:defRPr sz="1867">
                <a:solidFill>
                  <a:schemeClr val="dk2"/>
                </a:solidFill>
              </a:defRPr>
            </a:lvl6pPr>
            <a:lvl7pPr marL="3200400" indent="-3471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●"/>
              <a:defRPr sz="1867">
                <a:solidFill>
                  <a:schemeClr val="dk2"/>
                </a:solidFill>
              </a:defRPr>
            </a:lvl7pPr>
            <a:lvl8pPr marL="3657600" indent="-3471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○"/>
              <a:defRPr sz="1867">
                <a:solidFill>
                  <a:schemeClr val="dk2"/>
                </a:solidFill>
              </a:defRPr>
            </a:lvl8pPr>
            <a:lvl9pPr marL="4114800" indent="-3471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■"/>
              <a:defRPr sz="1867"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BA16A56B-63CD-4A4D-995D-73A1FABA82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 algn="r">
              <a:buNone/>
              <a:defRPr sz="1333">
                <a:solidFill>
                  <a:schemeClr val="dk2"/>
                </a:solidFill>
              </a:defRPr>
            </a:lvl1pPr>
            <a:lvl2pPr algn="r">
              <a:buNone/>
              <a:defRPr sz="1333">
                <a:solidFill>
                  <a:schemeClr val="dk2"/>
                </a:solidFill>
              </a:defRPr>
            </a:lvl2pPr>
            <a:lvl3pPr algn="r">
              <a:buNone/>
              <a:defRPr sz="1333">
                <a:solidFill>
                  <a:schemeClr val="dk2"/>
                </a:solidFill>
              </a:defRPr>
            </a:lvl3pPr>
            <a:lvl4pPr algn="r">
              <a:buNone/>
              <a:defRPr sz="1333">
                <a:solidFill>
                  <a:schemeClr val="dk2"/>
                </a:solidFill>
              </a:defRPr>
            </a:lvl4pPr>
            <a:lvl5pPr algn="r">
              <a:buNone/>
              <a:defRPr sz="1333">
                <a:solidFill>
                  <a:schemeClr val="dk2"/>
                </a:solidFill>
              </a:defRPr>
            </a:lvl5pPr>
            <a:lvl6pPr algn="r">
              <a:buNone/>
              <a:defRPr sz="1333">
                <a:solidFill>
                  <a:schemeClr val="dk2"/>
                </a:solidFill>
              </a:defRPr>
            </a:lvl6pPr>
            <a:lvl7pPr algn="r">
              <a:buNone/>
              <a:defRPr sz="1333">
                <a:solidFill>
                  <a:schemeClr val="dk2"/>
                </a:solidFill>
              </a:defRPr>
            </a:lvl7pPr>
            <a:lvl8pPr algn="r">
              <a:buNone/>
              <a:defRPr sz="1333">
                <a:solidFill>
                  <a:schemeClr val="dk2"/>
                </a:solidFill>
              </a:defRPr>
            </a:lvl8pPr>
            <a:lvl9pPr algn="r">
              <a:buNone/>
              <a:defRPr sz="1333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228a75e2844663"/>
    <p:sldLayoutId xmlns:r="http://schemas.openxmlformats.org/officeDocument/2006/relationships" id="2147483650" r:id="R35b5db2617f64ce6"/>
    <p:sldLayoutId xmlns:r="http://schemas.openxmlformats.org/officeDocument/2006/relationships" id="2147483651" r:id="R41518eb112f046dc"/>
    <p:sldLayoutId xmlns:r="http://schemas.openxmlformats.org/officeDocument/2006/relationships" id="2147483652" r:id="R1a50fe406c974e69"/>
    <p:sldLayoutId xmlns:r="http://schemas.openxmlformats.org/officeDocument/2006/relationships" id="2147483653" r:id="Rcaefc773c8dc4304"/>
    <p:sldLayoutId xmlns:r="http://schemas.openxmlformats.org/officeDocument/2006/relationships" id="2147483654" r:id="Rc26f1ff2e23948b1"/>
    <p:sldLayoutId xmlns:r="http://schemas.openxmlformats.org/officeDocument/2006/relationships" id="2147483655" r:id="Rfabe8d98d3de4e30"/>
    <p:sldLayoutId xmlns:r="http://schemas.openxmlformats.org/officeDocument/2006/relationships" id="2147483656" r:id="Rc2b5540d64ef4d20"/>
    <p:sldLayoutId xmlns:r="http://schemas.openxmlformats.org/officeDocument/2006/relationships" id="2147483657" r:id="Rf504e00a3bbb4ec4"/>
    <p:sldLayoutId xmlns:r="http://schemas.openxmlformats.org/officeDocument/2006/relationships" id="2147483658" r:id="R096ac098fed34c26"/>
    <p:sldLayoutId xmlns:r="http://schemas.openxmlformats.org/officeDocument/2006/relationships" id="2147483659" r:id="Rb5241fce373140ed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Google Shape;51;p13">
            <a:extLst xmlns:a="http://schemas.openxmlformats.org/drawingml/2006/main">
              <a:ext uri="{FF2B5EF4-FFF2-40B4-BE49-F238E27FC236}">
                <a16:creationId xmlns:a16="http://schemas.microsoft.com/office/drawing/2014/main" id="{F0D856BE-079D-4735-A220-E7224BB1EE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nrope Medium"/>
              <a:buNone/>
              <a:defRPr sz="440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52" name="Google Shape;52;p13">
            <a:extLst xmlns:a="http://schemas.openxmlformats.org/drawingml/2006/main">
              <a:ext uri="{FF2B5EF4-FFF2-40B4-BE49-F238E27FC236}">
                <a16:creationId xmlns:a16="http://schemas.microsoft.com/office/drawing/2014/main" id="{FC4249DA-CA93-41A6-A5A9-C50C2963D5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1pPr>
            <a:lvl2pPr marL="914400" marR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2pPr>
            <a:lvl3pPr marL="1371600" marR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3pPr>
            <a:lvl4pPr marL="1828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4pPr>
            <a:lvl5pPr marL="22860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9pPr>
          </a:lstStyle>
          <a:p xmlns:a="http://schemas.openxmlformats.org/drawingml/2006/main"/>
        </p:txBody>
      </p:sp>
      <p:sp>
        <p:nvSpPr>
          <p:cNvPr id="53" name="Google Shape;53;p13">
            <a:extLst xmlns:a="http://schemas.openxmlformats.org/drawingml/2006/main">
              <a:ext uri="{FF2B5EF4-FFF2-40B4-BE49-F238E27FC236}">
                <a16:creationId xmlns:a16="http://schemas.microsoft.com/office/drawing/2014/main" id="{C38BC88C-1854-4809-B851-052C09BC87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Manrope Medium"/>
                <a:ea typeface="Manrope Medium"/>
                <a:cs typeface="Manrope Medium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lvl9pPr>
          </a:lstStyle>
          <a:p xmlns:a="http://schemas.openxmlformats.org/drawingml/2006/main"/>
        </p:txBody>
      </p:sp>
      <p:sp>
        <p:nvSpPr>
          <p:cNvPr id="54" name="Google Shape;54;p13">
            <a:extLst xmlns:a="http://schemas.openxmlformats.org/drawingml/2006/main">
              <a:ext uri="{FF2B5EF4-FFF2-40B4-BE49-F238E27FC236}">
                <a16:creationId xmlns:a16="http://schemas.microsoft.com/office/drawing/2014/main" id="{99A1B5AA-9B15-4B3C-9C24-7E2A9B20E12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Manrope Medium"/>
                <a:ea typeface="Manrope Medium"/>
                <a:cs typeface="Manrope Medium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lvl9pPr>
          </a:lstStyle>
          <a:p xmlns:a="http://schemas.openxmlformats.org/drawingml/2006/main"/>
        </p:txBody>
      </p:sp>
      <p:sp>
        <p:nvSpPr>
          <p:cNvPr id="55" name="Google Shape;55;p13">
            <a:extLst xmlns:a="http://schemas.openxmlformats.org/drawingml/2006/main">
              <a:ext uri="{FF2B5EF4-FFF2-40B4-BE49-F238E27FC236}">
                <a16:creationId xmlns:a16="http://schemas.microsoft.com/office/drawing/2014/main" id="{9B1ABCA3-6A91-45A9-8108-F28EEDAD91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88888"/>
                </a:solidFill>
                <a:latin typeface="Manrope Medium"/>
                <a:ea typeface="Manrope Medium"/>
                <a:cs typeface="Manrope Medium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88888"/>
                </a:solidFill>
                <a:latin typeface="Manrope Medium"/>
                <a:ea typeface="Manrope Medium"/>
                <a:cs typeface="Manrope Medium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88888"/>
                </a:solidFill>
                <a:latin typeface="Manrope Medium"/>
                <a:ea typeface="Manrope Medium"/>
                <a:cs typeface="Manrope Medium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88888"/>
                </a:solidFill>
                <a:latin typeface="Manrope Medium"/>
                <a:ea typeface="Manrope Medium"/>
                <a:cs typeface="Manrope Medium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88888"/>
                </a:solidFill>
                <a:latin typeface="Manrope Medium"/>
                <a:ea typeface="Manrope Medium"/>
                <a:cs typeface="Manrope Medium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88888"/>
                </a:solidFill>
                <a:latin typeface="Manrope Medium"/>
                <a:ea typeface="Manrope Medium"/>
                <a:cs typeface="Manrope Medium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88888"/>
                </a:solidFill>
                <a:latin typeface="Manrope Medium"/>
                <a:ea typeface="Manrope Medium"/>
                <a:cs typeface="Manrope Medium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88888"/>
                </a:solidFill>
                <a:latin typeface="Manrope Medium"/>
                <a:ea typeface="Manrope Medium"/>
                <a:cs typeface="Manrope Medium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88888"/>
                </a:solidFill>
                <a:latin typeface="Manrope Medium"/>
                <a:ea typeface="Manrope Medium"/>
                <a:cs typeface="Manrope Medium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94074687bc114d50"/>
    <p:sldLayoutId xmlns:r="http://schemas.openxmlformats.org/officeDocument/2006/relationships" id="2147483662" r:id="Recbac5ececc44378"/>
    <p:sldLayoutId xmlns:r="http://schemas.openxmlformats.org/officeDocument/2006/relationships" id="2147483663" r:id="Reb587844159544e3"/>
    <p:sldLayoutId xmlns:r="http://schemas.openxmlformats.org/officeDocument/2006/relationships" id="2147483664" r:id="Rb1921366782b42f0"/>
    <p:sldLayoutId xmlns:r="http://schemas.openxmlformats.org/officeDocument/2006/relationships" id="2147483665" r:id="Rd5c45cf62b0f4baa"/>
    <p:sldLayoutId xmlns:r="http://schemas.openxmlformats.org/officeDocument/2006/relationships" id="2147483666" r:id="R1a40bc11c1404308"/>
    <p:sldLayoutId xmlns:r="http://schemas.openxmlformats.org/officeDocument/2006/relationships" id="2147483667" r:id="R3cd21357331f498d"/>
    <p:sldLayoutId xmlns:r="http://schemas.openxmlformats.org/officeDocument/2006/relationships" id="2147483668" r:id="R37ad53206ab14fab"/>
    <p:sldLayoutId xmlns:r="http://schemas.openxmlformats.org/officeDocument/2006/relationships" id="2147483669" r:id="R958d10ea40a04d4c"/>
    <p:sldLayoutId xmlns:r="http://schemas.openxmlformats.org/officeDocument/2006/relationships" id="2147483670" r:id="Rd0e8b9b2519245da"/>
    <p:sldLayoutId xmlns:r="http://schemas.openxmlformats.org/officeDocument/2006/relationships" id="2147483671" r:id="R28213cc5bd334862"/>
    <p:sldLayoutId xmlns:r="http://schemas.openxmlformats.org/officeDocument/2006/relationships" id="2147483672" r:id="Rf0791ec7f2ac4296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7a1d787e33f4b98" /><Relationship Type="http://schemas.openxmlformats.org/officeDocument/2006/relationships/image" Target="/ppt/media/image.jpeg" Id="Rea26337a447744fb" /><Relationship Type="http://schemas.openxmlformats.org/officeDocument/2006/relationships/image" Target="/ppt/media/image.png" Id="R48c4cadb7e93453d" /><Relationship Type="http://schemas.openxmlformats.org/officeDocument/2006/relationships/notesSlide" Target="/ppt/notesSlides/notesSlide1.xml" Id="R7e25cc0e67ca4e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de1a056c6c241fb" /><Relationship Type="http://schemas.openxmlformats.org/officeDocument/2006/relationships/image" Target="/ppt/media/image.png" Id="Re189fd4d382a4d51" /><Relationship Type="http://schemas.openxmlformats.org/officeDocument/2006/relationships/notesSlide" Target="/ppt/notesSlides/notesSlide2.xml" Id="R3d2d7d4be8aa40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8e2b8d2fe2d41ed" /><Relationship Type="http://schemas.openxmlformats.org/officeDocument/2006/relationships/image" Target="/ppt/media/image.png" Id="Rdae1dae9a8184f02" /><Relationship Type="http://schemas.openxmlformats.org/officeDocument/2006/relationships/notesSlide" Target="/ppt/notesSlides/notesSlide3.xml" Id="Ref010e1d981b4e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d7e72fdf3684cdc" /><Relationship Type="http://schemas.openxmlformats.org/officeDocument/2006/relationships/image" Target="/ppt/media/image.png" Id="R9d91d195206b41e4" /><Relationship Type="http://schemas.openxmlformats.org/officeDocument/2006/relationships/notesSlide" Target="/ppt/notesSlides/notesSlide4.xml" Id="R9a67aa7b249f48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3164564be034c83" /><Relationship Type="http://schemas.openxmlformats.org/officeDocument/2006/relationships/image" Target="/ppt/media/image.png" Id="Ree729799be2241d7" /><Relationship Type="http://schemas.openxmlformats.org/officeDocument/2006/relationships/notesSlide" Target="/ppt/notesSlides/notesSlide5.xml" Id="Rc34c62930bfb49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16fef4f3ee04e81" /><Relationship Type="http://schemas.openxmlformats.org/officeDocument/2006/relationships/image" Target="/ppt/media/image.png" Id="R6ee89e750c234292" /><Relationship Type="http://schemas.openxmlformats.org/officeDocument/2006/relationships/notesSlide" Target="/ppt/notesSlides/notesSlide6.xml" Id="R356bab35ccd348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61b43880cf74108" /><Relationship Type="http://schemas.openxmlformats.org/officeDocument/2006/relationships/image" Target="/ppt/media/image.png" Id="R185942ac92864c0c" /><Relationship Type="http://schemas.openxmlformats.org/officeDocument/2006/relationships/notesSlide" Target="/ppt/notesSlides/notesSlide7.xml" Id="Ra540c0c2e56e470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59f49e502914f3e" /><Relationship Type="http://schemas.openxmlformats.org/officeDocument/2006/relationships/image" Target="/ppt/media/image.png" Id="Ra43eb71edb994ee3" /><Relationship Type="http://schemas.openxmlformats.org/officeDocument/2006/relationships/notesSlide" Target="/ppt/notesSlides/notesSlide8.xml" Id="Rbd8a68efafd9439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05f9306bdf74c11" /><Relationship Type="http://schemas.openxmlformats.org/officeDocument/2006/relationships/image" Target="/ppt/media/image.png" Id="Ra0d032d65cc74cf7" /><Relationship Type="http://schemas.openxmlformats.org/officeDocument/2006/relationships/notesSlide" Target="/ppt/notesSlides/notesSlide9.xml" Id="R16c2e5d0fbd64ec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f983390db80481c" /><Relationship Type="http://schemas.openxmlformats.org/officeDocument/2006/relationships/image" Target="/ppt/media/image.png" Id="R47b59c1d07834e5d" /><Relationship Type="http://schemas.openxmlformats.org/officeDocument/2006/relationships/notesSlide" Target="/ppt/notesSlides/notesSlide10.xml" Id="R76b11215d7b4437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d0ae3f1e76c4ee8" /><Relationship Type="http://schemas.openxmlformats.org/officeDocument/2006/relationships/image" Target="/ppt/media/image.png" Id="Re035cbcd3032402a" /><Relationship Type="http://schemas.openxmlformats.org/officeDocument/2006/relationships/notesSlide" Target="/ppt/notesSlides/notesSlide11.xml" Id="Ra1c7ae36bc18416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3d829e216834d80" /><Relationship Type="http://schemas.openxmlformats.org/officeDocument/2006/relationships/image" Target="/ppt/media/image.png" Id="R0ced364ee0b84ad6" /><Relationship Type="http://schemas.openxmlformats.org/officeDocument/2006/relationships/notesSlide" Target="/ppt/notesSlides/notesSlide12.xml" Id="Rf95e3224d8514b4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a5de8aee0814788" /><Relationship Type="http://schemas.openxmlformats.org/officeDocument/2006/relationships/image" Target="/ppt/media/image.png" Id="R907aa1751f2a4d49" /><Relationship Type="http://schemas.openxmlformats.org/officeDocument/2006/relationships/notesSlide" Target="/ppt/notesSlides/notesSlide13.xml" Id="R22f39c6ed084464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d81aa3ad14c4fc8" /><Relationship Type="http://schemas.openxmlformats.org/officeDocument/2006/relationships/image" Target="/ppt/media/image.png" Id="R13ad28ee38624edf" /><Relationship Type="http://schemas.openxmlformats.org/officeDocument/2006/relationships/notesSlide" Target="/ppt/notesSlides/notesSlide14.xml" Id="R08368a617cf146f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c1d1fef1f6447f1" /><Relationship Type="http://schemas.openxmlformats.org/officeDocument/2006/relationships/image" Target="/ppt/media/image.png" Id="R33ad154373fd4d7e" /><Relationship Type="http://schemas.openxmlformats.org/officeDocument/2006/relationships/notesSlide" Target="/ppt/notesSlides/notesSlide15.xml" Id="R9f9a0cd52ff24d1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bd746f214f8458a" /><Relationship Type="http://schemas.openxmlformats.org/officeDocument/2006/relationships/image" Target="/ppt/media/image.png" Id="R17c13d390cad48ae" /><Relationship Type="http://schemas.openxmlformats.org/officeDocument/2006/relationships/notesSlide" Target="/ppt/notesSlides/notesSlide16.xml" Id="R8cdbcda08a8f44b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0249fb624064ffc" /><Relationship Type="http://schemas.openxmlformats.org/officeDocument/2006/relationships/image" Target="/ppt/media/image.png" Id="R5e0bbb346a144c8b" /><Relationship Type="http://schemas.openxmlformats.org/officeDocument/2006/relationships/notesSlide" Target="/ppt/notesSlides/notesSlide17.xml" Id="Rad5d9c178f6446d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8aaf1c9422f49f3" /><Relationship Type="http://schemas.openxmlformats.org/officeDocument/2006/relationships/image" Target="/ppt/media/image.png" Id="R611f0b8bdcb349c3" /><Relationship Type="http://schemas.openxmlformats.org/officeDocument/2006/relationships/notesSlide" Target="/ppt/notesSlides/notesSlide18.xml" Id="R6aa2f0afa5794db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bf14c23369f4697" /><Relationship Type="http://schemas.openxmlformats.org/officeDocument/2006/relationships/image" Target="/ppt/media/image.png" Id="R2a1fdc413d5141ce" /><Relationship Type="http://schemas.openxmlformats.org/officeDocument/2006/relationships/notesSlide" Target="/ppt/notesSlides/notesSlide19.xml" Id="R6c95613e625d49e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a7f8b08afbe466c" /><Relationship Type="http://schemas.openxmlformats.org/officeDocument/2006/relationships/image" Target="/ppt/media/image.png" Id="R2e9246a2ece047fd" /><Relationship Type="http://schemas.openxmlformats.org/officeDocument/2006/relationships/notesSlide" Target="/ppt/notesSlides/notesSlide20.xml" Id="R0f0f54a3eaeb4e4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32d715a09504801" /><Relationship Type="http://schemas.openxmlformats.org/officeDocument/2006/relationships/image" Target="/ppt/media/image.png" Id="Ra9fe529089d04726" /><Relationship Type="http://schemas.openxmlformats.org/officeDocument/2006/relationships/notesSlide" Target="/ppt/notesSlides/notesSlide21.xml" Id="R302b367caece4a1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853090b060f43ff" /><Relationship Type="http://schemas.openxmlformats.org/officeDocument/2006/relationships/image" Target="/ppt/media/image.png" Id="R5da88611d05c4cf6" /><Relationship Type="http://schemas.openxmlformats.org/officeDocument/2006/relationships/notesSlide" Target="/ppt/notesSlides/notesSlide22.xml" Id="R0646f8b4daf843a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b6bf0d4dbd64984" /><Relationship Type="http://schemas.openxmlformats.org/officeDocument/2006/relationships/image" Target="/ppt/media/image.png" Id="R2387a25e31f747a9" /><Relationship Type="http://schemas.openxmlformats.org/officeDocument/2006/relationships/notesSlide" Target="/ppt/notesSlides/notesSlide23.xml" Id="Rb4851e74199e465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a940647e99347ad" /><Relationship Type="http://schemas.openxmlformats.org/officeDocument/2006/relationships/image" Target="/ppt/media/image.png" Id="Rabe358aa1c9a4f92" /><Relationship Type="http://schemas.openxmlformats.org/officeDocument/2006/relationships/notesSlide" Target="/ppt/notesSlides/notesSlide24.xml" Id="R13cac319f22542d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48696668297455d" /><Relationship Type="http://schemas.openxmlformats.org/officeDocument/2006/relationships/image" Target="/ppt/media/image.png" Id="R37a1ff694a4149d2" /><Relationship Type="http://schemas.openxmlformats.org/officeDocument/2006/relationships/notesSlide" Target="/ppt/notesSlides/notesSlide25.xml" Id="R7818ace7600c490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0" name="Google Shape;130;p26">
            <a:extLst xmlns:a="http://schemas.openxmlformats.org/drawingml/2006/main">
              <a:ext uri="{FF2B5EF4-FFF2-40B4-BE49-F238E27FC236}">
                <a16:creationId xmlns:a16="http://schemas.microsoft.com/office/drawing/2014/main" id="{481B9C8E-28E5-4F0C-BB7F-9E16F0CA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6550"/>
            <a:ext cx="3883200" cy="285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rgbClr val="FFFFFF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131" name="Google Shape;131;p26">
            <a:extLst xmlns:a="http://schemas.openxmlformats.org/drawingml/2006/main">
              <a:ext uri="{FF2B5EF4-FFF2-40B4-BE49-F238E27FC236}">
                <a16:creationId xmlns:a16="http://schemas.microsoft.com/office/drawing/2014/main" id="{3003130E-4E5E-4134-A256-11221656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476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  <a:defRPr sz="39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9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Практика</a:t>
            </a:r>
            <a:endParaRPr/>
          </a:p>
        </p:txBody>
      </p:sp>
      <p:pic>
        <p:nvPicPr>
          <p:cNvPr id="156" name="Google Shape;132;p2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a26337a447744fb">
            <a:alphaModFix/>
          </a:blip>
          <a:srcRect xmlns:a="http://schemas.openxmlformats.org/drawingml/2006/main" l="11375" t="0" r="50000" b="66667"/>
          <a:stretch xmlns:a="http://schemas.openxmlformats.org/drawingml/2006/main"/>
        </p:blipFill>
        <p:spPr>
          <a:xfrm xmlns:a="http://schemas.openxmlformats.org/drawingml/2006/main" rot="-180002">
            <a:off x="3205904" y="943645"/>
            <a:ext cx="2908301" cy="17018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7" name="Google Shape;133;p2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a26337a447744fb">
            <a:alphaModFix/>
          </a:blip>
          <a:srcRect xmlns:a="http://schemas.openxmlformats.org/drawingml/2006/main" l="50000" t="0" r="11375" b="66667"/>
          <a:stretch xmlns:a="http://schemas.openxmlformats.org/drawingml/2006/main"/>
        </p:blipFill>
        <p:spPr>
          <a:xfrm xmlns:a="http://schemas.openxmlformats.org/drawingml/2006/main" rot="180002">
            <a:off x="6153838" y="856726"/>
            <a:ext cx="2908301" cy="17018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8" name="Google Shape;134;p2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a26337a447744fb">
            <a:alphaModFix/>
          </a:blip>
          <a:srcRect xmlns:a="http://schemas.openxmlformats.org/drawingml/2006/main" l="11375" t="33334" r="50000" b="33331"/>
          <a:stretch xmlns:a="http://schemas.openxmlformats.org/drawingml/2006/main"/>
        </p:blipFill>
        <p:spPr>
          <a:xfrm xmlns:a="http://schemas.openxmlformats.org/drawingml/2006/main" rot="120002">
            <a:off x="3312145" y="2607815"/>
            <a:ext cx="2908302" cy="17018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9" name="Google Shape;135;p2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a26337a447744fb">
            <a:alphaModFix/>
          </a:blip>
          <a:srcRect xmlns:a="http://schemas.openxmlformats.org/drawingml/2006/main" l="50000" t="33334" r="11375" b="33331"/>
          <a:stretch xmlns:a="http://schemas.openxmlformats.org/drawingml/2006/main"/>
        </p:blipFill>
        <p:spPr>
          <a:xfrm xmlns:a="http://schemas.openxmlformats.org/drawingml/2006/main" rot="-270003">
            <a:off x="6134100" y="2387599"/>
            <a:ext cx="2908301" cy="17017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0" name="Google Shape;136;p2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a26337a447744fb">
            <a:alphaModFix/>
          </a:blip>
          <a:srcRect xmlns:a="http://schemas.openxmlformats.org/drawingml/2006/main" l="11375" t="66667" r="50000" b="0"/>
          <a:stretch xmlns:a="http://schemas.openxmlformats.org/drawingml/2006/main"/>
        </p:blipFill>
        <p:spPr>
          <a:xfrm xmlns:a="http://schemas.openxmlformats.org/drawingml/2006/main" rot="240003">
            <a:off x="3265620" y="4224398"/>
            <a:ext cx="2908300" cy="1701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1" name="Google Shape;137;p2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a26337a447744fb">
            <a:alphaModFix/>
          </a:blip>
          <a:srcRect xmlns:a="http://schemas.openxmlformats.org/drawingml/2006/main" l="50000" t="66667" r="11375" b="0"/>
          <a:stretch xmlns:a="http://schemas.openxmlformats.org/drawingml/2006/main"/>
        </p:blipFill>
        <p:spPr>
          <a:xfrm xmlns:a="http://schemas.openxmlformats.org/drawingml/2006/main" rot="-89999">
            <a:off x="6134100" y="4038600"/>
            <a:ext cx="2908302" cy="17017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2" name="Google Shape;138;p2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8c4cadb7e93453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9" name="Google Shape;139;p26">
            <a:extLst xmlns:a="http://schemas.openxmlformats.org/drawingml/2006/main">
              <a:ext uri="{FF2B5EF4-FFF2-40B4-BE49-F238E27FC236}">
                <a16:creationId xmlns:a16="http://schemas.microsoft.com/office/drawing/2014/main" id="{759C5743-0C1A-4576-9A0D-D3122424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00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01</a:t>
            </a:r>
            <a:endParaRPr/>
          </a:p>
        </p:txBody>
      </p:sp>
      <p:sp>
        <p:nvSpPr>
          <p:cNvPr id="140" name="Google Shape;140;p26">
            <a:extLst xmlns:a="http://schemas.openxmlformats.org/drawingml/2006/main">
              <a:ext uri="{FF2B5EF4-FFF2-40B4-BE49-F238E27FC236}">
                <a16:creationId xmlns:a16="http://schemas.microsoft.com/office/drawing/2014/main" id="{A18F36DD-4A3E-4261-A7BF-6E15DA52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10" y="6490849"/>
            <a:ext cx="5486400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Практика 3: локальные модели</a:t>
            </a:r>
            <a:endParaRPr sz="1050"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141" name="Google Shape;141;p26">
            <a:extLst xmlns:a="http://schemas.openxmlformats.org/drawingml/2006/main">
              <a:ext uri="{FF2B5EF4-FFF2-40B4-BE49-F238E27FC236}">
                <a16:creationId xmlns:a16="http://schemas.microsoft.com/office/drawing/2014/main" id="{BA712B65-8CA4-4D4E-A289-04DBBEE2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76970"/>
            <a:ext cx="5715000" cy="2872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18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Марат Зимнуров · ИТМО × Авито</a:t>
            </a:r>
            <a:endParaRPr sz="180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142" name="Google Shape;142;p26">
            <a:extLst xmlns:a="http://schemas.openxmlformats.org/drawingml/2006/main">
              <a:ext uri="{FF2B5EF4-FFF2-40B4-BE49-F238E27FC236}">
                <a16:creationId xmlns:a16="http://schemas.microsoft.com/office/drawing/2014/main" id="{2DBF7058-2159-4B02-9824-53E4CB27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6970"/>
            <a:ext cx="5886600" cy="2872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18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Saint Petersburg | 2026</a:t>
            </a:r>
            <a:endParaRPr/>
          </a:p>
        </p:txBody>
      </p:sp>
      <p:sp>
        <p:nvSpPr>
          <p:cNvPr id="143" name="Google Shape;143;p26">
            <a:extLst xmlns:a="http://schemas.openxmlformats.org/drawingml/2006/main">
              <a:ext uri="{FF2B5EF4-FFF2-40B4-BE49-F238E27FC236}">
                <a16:creationId xmlns:a16="http://schemas.microsoft.com/office/drawing/2014/main" id="{3202007B-C3FF-487B-9B93-E5295F39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180">
            <a:off x="1675055" y="3989148"/>
            <a:ext cx="2314239" cy="12520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05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rgbClr val="FFFFFF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144" name="Google Shape;144;p26">
            <a:extLst xmlns:a="http://schemas.openxmlformats.org/drawingml/2006/main">
              <a:ext uri="{FF2B5EF4-FFF2-40B4-BE49-F238E27FC236}">
                <a16:creationId xmlns:a16="http://schemas.microsoft.com/office/drawing/2014/main" id="{AE423D8A-39AB-4274-8A44-7A0134EB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79972">
            <a:off x="1250454" y="4012555"/>
            <a:ext cx="2457514" cy="1292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500"/>
              </a:lnSpc>
              <a:spcBef>
                <a:spcPts val="0"/>
              </a:spcBef>
              <a:spcAft>
                <a:spcPts val="0"/>
              </a:spcAft>
              <a:buNone/>
              <a:defRPr sz="75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75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3</a:t>
            </a:r>
            <a:endParaRPr sz="8400"/>
          </a:p>
        </p:txBody>
      </p:sp>
      <p:sp>
        <p:nvSpPr>
          <p:cNvPr id="145" name="Google Shape;145;p26">
            <a:extLst xmlns:a="http://schemas.openxmlformats.org/drawingml/2006/main">
              <a:ext uri="{FF2B5EF4-FFF2-40B4-BE49-F238E27FC236}">
                <a16:creationId xmlns:a16="http://schemas.microsoft.com/office/drawing/2014/main" id="{4DBACFB2-88C5-4D54-9E12-E8D9C3EB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79908">
            <a:off x="8032513" y="2735352"/>
            <a:ext cx="3563870" cy="3563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A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rgbClr val="FFFFFF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146" name="Google Shape;146;p26">
            <a:extLst xmlns:a="http://schemas.openxmlformats.org/drawingml/2006/main">
              <a:ext uri="{FF2B5EF4-FFF2-40B4-BE49-F238E27FC236}">
                <a16:creationId xmlns:a16="http://schemas.microsoft.com/office/drawing/2014/main" id="{4ADB26BF-B185-4923-BDC8-F3BE992E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0000">
            <a:off x="8334375" y="3048000"/>
            <a:ext cx="3143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Локальные</a:t>
            </a:r>
            <a:endParaRPr sz="5600"/>
          </a:p>
          <a:p xmlns:a="http://schemas.openxmlformats.org/drawingml/2006/main">
            <a:pPr marL="0" marR="0" lvl="0" indent="0" algn="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модели</a:t>
            </a:r>
            <a:endParaRPr sz="5600"/>
          </a:p>
        </p:txBody>
      </p:sp>
    </p:spTree>
    <p:extLst>
      <p:ext uri="{BB962C8B-B14F-4D97-AF65-F5344CB8AC3E}">
        <p14:creationId xmlns:p14="http://schemas.microsoft.com/office/powerpoint/2010/main" val="18033742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33">
            <a:extLst xmlns:a="http://schemas.openxmlformats.org/drawingml/2006/main">
              <a:ext uri="{FF2B5EF4-FFF2-40B4-BE49-F238E27FC236}">
                <a16:creationId xmlns:a16="http://schemas.microsoft.com/office/drawing/2014/main" id="{42AC09FD-588F-4E0F-9686-65508FA5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0"/>
            <a:ext cx="6229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4" name="Google Shape;254;p33">
            <a:extLst xmlns:a="http://schemas.openxmlformats.org/drawingml/2006/main">
              <a:ext uri="{FF2B5EF4-FFF2-40B4-BE49-F238E27FC236}">
                <a16:creationId xmlns:a16="http://schemas.microsoft.com/office/drawing/2014/main" id="{528DEE3D-0670-4720-AA80-A085281E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6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Результат практики</a:t>
            </a:r>
            <a:endParaRPr sz="350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5" name="Google Shape;255;p33">
            <a:extLst xmlns:a="http://schemas.openxmlformats.org/drawingml/2006/main">
              <a:ext uri="{FF2B5EF4-FFF2-40B4-BE49-F238E27FC236}">
                <a16:creationId xmlns:a16="http://schemas.microsoft.com/office/drawing/2014/main" id="{BFB852A5-7D49-4E5A-A973-E8F0EBDC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"/>
            <a:ext cx="5476875" cy="561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Модель отвечает локально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System prompt проверен на одном входе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OpenCode действительно читает файл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Результат можно воспроизвести</a:t>
            </a:r>
            <a:endParaRPr sz="2500"/>
          </a:p>
        </p:txBody>
      </p:sp>
      <p:pic>
        <p:nvPicPr>
          <p:cNvPr id="263" name="Google Shape;256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189fd4d382a4d5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7" name="Google Shape;257;p33">
            <a:extLst xmlns:a="http://schemas.openxmlformats.org/drawingml/2006/main">
              <a:ext uri="{FF2B5EF4-FFF2-40B4-BE49-F238E27FC236}">
                <a16:creationId xmlns:a16="http://schemas.microsoft.com/office/drawing/2014/main" id="{9FDDBF74-DF21-4514-B131-F96C8257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77000"/>
            <a:ext cx="588429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Практика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8" name="Google Shape;258;p33">
            <a:extLst xmlns:a="http://schemas.openxmlformats.org/drawingml/2006/main">
              <a:ext uri="{FF2B5EF4-FFF2-40B4-BE49-F238E27FC236}">
                <a16:creationId xmlns:a16="http://schemas.microsoft.com/office/drawing/2014/main" id="{EEC6ED0B-FF6A-419B-B5B9-F3F46E1E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02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5502985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33">
            <a:extLst xmlns:a="http://schemas.openxmlformats.org/drawingml/2006/main">
              <a:ext uri="{FF2B5EF4-FFF2-40B4-BE49-F238E27FC236}">
                <a16:creationId xmlns:a16="http://schemas.microsoft.com/office/drawing/2014/main" id="{42AC09FD-588F-4E0F-9686-65508FA5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0"/>
            <a:ext cx="6229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4" name="Google Shape;254;p33">
            <a:extLst xmlns:a="http://schemas.openxmlformats.org/drawingml/2006/main">
              <a:ext uri="{FF2B5EF4-FFF2-40B4-BE49-F238E27FC236}">
                <a16:creationId xmlns:a16="http://schemas.microsoft.com/office/drawing/2014/main" id="{528DEE3D-0670-4720-AA80-A085281E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6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Маршрут на 90 минут</a:t>
            </a:r>
            <a:endParaRPr sz="350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5" name="Google Shape;255;p33">
            <a:extLst xmlns:a="http://schemas.openxmlformats.org/drawingml/2006/main">
              <a:ext uri="{FF2B5EF4-FFF2-40B4-BE49-F238E27FC236}">
                <a16:creationId xmlns:a16="http://schemas.microsoft.com/office/drawing/2014/main" id="{BFB852A5-7D49-4E5A-A973-E8F0EBDC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"/>
            <a:ext cx="5476875" cy="561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0–25: выбор и локальный API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25–50: prompt и параметры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50–80: OpenCode и проверки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80–90: отчёт и домашка</a:t>
            </a:r>
            <a:endParaRPr sz="2500"/>
          </a:p>
        </p:txBody>
      </p:sp>
      <p:pic>
        <p:nvPicPr>
          <p:cNvPr id="263" name="Google Shape;256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ae1dae9a8184f0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7" name="Google Shape;257;p33">
            <a:extLst xmlns:a="http://schemas.openxmlformats.org/drawingml/2006/main">
              <a:ext uri="{FF2B5EF4-FFF2-40B4-BE49-F238E27FC236}">
                <a16:creationId xmlns:a16="http://schemas.microsoft.com/office/drawing/2014/main" id="{9FDDBF74-DF21-4514-B131-F96C8257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77000"/>
            <a:ext cx="588429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Практика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8" name="Google Shape;258;p33">
            <a:extLst xmlns:a="http://schemas.openxmlformats.org/drawingml/2006/main">
              <a:ext uri="{FF2B5EF4-FFF2-40B4-BE49-F238E27FC236}">
                <a16:creationId xmlns:a16="http://schemas.microsoft.com/office/drawing/2014/main" id="{EEC6ED0B-FF6A-419B-B5B9-F3F46E1E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03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5502985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7" name="Google Shape;427;p42">
            <a:extLst xmlns:a="http://schemas.openxmlformats.org/drawingml/2006/main">
              <a:ext uri="{FF2B5EF4-FFF2-40B4-BE49-F238E27FC236}">
                <a16:creationId xmlns:a16="http://schemas.microsoft.com/office/drawing/2014/main" id="{58DD9833-9359-4D00-A6FF-77DC6967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" y="2078976"/>
            <a:ext cx="12192000" cy="47790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2" name="Google Shape;432;p42">
            <a:extLst xmlns:a="http://schemas.openxmlformats.org/drawingml/2006/main">
              <a:ext uri="{FF2B5EF4-FFF2-40B4-BE49-F238E27FC236}">
                <a16:creationId xmlns:a16="http://schemas.microsoft.com/office/drawing/2014/main" id="{7F104146-E06A-46A6-8D5B-6D53CD44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ОС, CPU, GPU, RAM и VRAM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3" name="Google Shape;433;p42">
            <a:extLst xmlns:a="http://schemas.openxmlformats.org/drawingml/2006/main">
              <a:ext uri="{FF2B5EF4-FFF2-40B4-BE49-F238E27FC236}">
                <a16:creationId xmlns:a16="http://schemas.microsoft.com/office/drawing/2014/main" id="{8E78E4A0-375A-4829-BFD8-0AF83A63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9567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Версии Ollama и OpenCode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4" name="Google Shape;434;p42">
            <a:extLst xmlns:a="http://schemas.openxmlformats.org/drawingml/2006/main">
              <a:ext uri="{FF2B5EF4-FFF2-40B4-BE49-F238E27FC236}">
                <a16:creationId xmlns:a16="http://schemas.microsoft.com/office/drawing/2014/main" id="{954EB7E4-A31A-4311-8129-C316A059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Модель, квантизация и размер весов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5" name="Google Shape;435;p42">
            <a:extLst xmlns:a="http://schemas.openxmlformats.org/drawingml/2006/main">
              <a:ext uri="{FF2B5EF4-FFF2-40B4-BE49-F238E27FC236}">
                <a16:creationId xmlns:a16="http://schemas.microsoft.com/office/drawing/2014/main" id="{78D52781-A55D-46BB-A81E-AB04194B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3402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Обоснование выбора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6" name="Google Shape;436;p42">
            <a:extLst xmlns:a="http://schemas.openxmlformats.org/drawingml/2006/main">
              <a:ext uri="{FF2B5EF4-FFF2-40B4-BE49-F238E27FC236}">
                <a16:creationId xmlns:a16="http://schemas.microsoft.com/office/drawing/2014/main" id="{881DA78D-85FC-444F-B2B0-74C25727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425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1.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7" name="Google Shape;437;p42">
            <a:extLst xmlns:a="http://schemas.openxmlformats.org/drawingml/2006/main">
              <a:ext uri="{FF2B5EF4-FFF2-40B4-BE49-F238E27FC236}">
                <a16:creationId xmlns:a16="http://schemas.microsoft.com/office/drawing/2014/main" id="{133B9A35-3DCB-407E-8CCF-76B391A1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441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2.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8" name="Google Shape;438;p42">
            <a:extLst xmlns:a="http://schemas.openxmlformats.org/drawingml/2006/main">
              <a:ext uri="{FF2B5EF4-FFF2-40B4-BE49-F238E27FC236}">
                <a16:creationId xmlns:a16="http://schemas.microsoft.com/office/drawing/2014/main" id="{E1129506-D846-429B-883B-AD305ABD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457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3.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9" name="Google Shape;439;p42">
            <a:extLst xmlns:a="http://schemas.openxmlformats.org/drawingml/2006/main">
              <a:ext uri="{FF2B5EF4-FFF2-40B4-BE49-F238E27FC236}">
                <a16:creationId xmlns:a16="http://schemas.microsoft.com/office/drawing/2014/main" id="{C5A3B988-4F09-45EC-8E10-E71E3687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473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4.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pic>
        <p:nvPicPr>
          <p:cNvPr id="454" name="Google Shape;440;p4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d91d195206b41e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41" name="Google Shape;441;p42">
            <a:extLst xmlns:a="http://schemas.openxmlformats.org/drawingml/2006/main">
              <a:ext uri="{FF2B5EF4-FFF2-40B4-BE49-F238E27FC236}">
                <a16:creationId xmlns:a16="http://schemas.microsoft.com/office/drawing/2014/main" id="{15A47D98-630C-4008-B797-FA3B146C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04</a:t>
            </a:r>
            <a:endParaRPr/>
          </a:p>
        </p:txBody>
      </p:sp>
      <p:sp>
        <p:nvSpPr>
          <p:cNvPr id="442" name="Google Shape;442;p42">
            <a:extLst xmlns:a="http://schemas.openxmlformats.org/drawingml/2006/main">
              <a:ext uri="{FF2B5EF4-FFF2-40B4-BE49-F238E27FC236}">
                <a16:creationId xmlns:a16="http://schemas.microsoft.com/office/drawing/2014/main" id="{4198A0BA-58D7-47DA-8940-F114D80F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10" y="6490849"/>
            <a:ext cx="5486456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Практика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43" name="Google Shape;443;p42">
            <a:extLst xmlns:a="http://schemas.openxmlformats.org/drawingml/2006/main">
              <a:ext uri="{FF2B5EF4-FFF2-40B4-BE49-F238E27FC236}">
                <a16:creationId xmlns:a16="http://schemas.microsoft.com/office/drawing/2014/main" id="{1D20AEA1-EF67-4F32-9BF1-E01A21AA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123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5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45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Характеристики устройства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1278716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33">
            <a:extLst xmlns:a="http://schemas.openxmlformats.org/drawingml/2006/main">
              <a:ext uri="{FF2B5EF4-FFF2-40B4-BE49-F238E27FC236}">
                <a16:creationId xmlns:a16="http://schemas.microsoft.com/office/drawing/2014/main" id="{42AC09FD-588F-4E0F-9686-65508FA5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0"/>
            <a:ext cx="6229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4" name="Google Shape;254;p33">
            <a:extLst xmlns:a="http://schemas.openxmlformats.org/drawingml/2006/main">
              <a:ext uri="{FF2B5EF4-FFF2-40B4-BE49-F238E27FC236}">
                <a16:creationId xmlns:a16="http://schemas.microsoft.com/office/drawing/2014/main" id="{528DEE3D-0670-4720-AA80-A085281E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6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Размер под ресурсы</a:t>
            </a:r>
            <a:endParaRPr sz="350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5" name="Google Shape;255;p33">
            <a:extLst xmlns:a="http://schemas.openxmlformats.org/drawingml/2006/main">
              <a:ext uri="{FF2B5EF4-FFF2-40B4-BE49-F238E27FC236}">
                <a16:creationId xmlns:a16="http://schemas.microsoft.com/office/drawing/2014/main" id="{BFB852A5-7D49-4E5A-A973-E8F0EBDC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"/>
            <a:ext cx="5476875" cy="561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0.8B / 2B: первый чат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4B: исходный вариант практики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9B: если хватает памяти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64k для агента проверяем отдельно</a:t>
            </a:r>
            <a:endParaRPr sz="2500"/>
          </a:p>
        </p:txBody>
      </p:sp>
      <p:pic>
        <p:nvPicPr>
          <p:cNvPr id="263" name="Google Shape;256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e729799be2241d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7" name="Google Shape;257;p33">
            <a:extLst xmlns:a="http://schemas.openxmlformats.org/drawingml/2006/main">
              <a:ext uri="{FF2B5EF4-FFF2-40B4-BE49-F238E27FC236}">
                <a16:creationId xmlns:a16="http://schemas.microsoft.com/office/drawing/2014/main" id="{9FDDBF74-DF21-4514-B131-F96C8257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77000"/>
            <a:ext cx="588429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Практика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8" name="Google Shape;258;p33">
            <a:extLst xmlns:a="http://schemas.openxmlformats.org/drawingml/2006/main">
              <a:ext uri="{FF2B5EF4-FFF2-40B4-BE49-F238E27FC236}">
                <a16:creationId xmlns:a16="http://schemas.microsoft.com/office/drawing/2014/main" id="{EEC6ED0B-FF6A-419B-B5B9-F3F46E1E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05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5502985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33">
            <a:extLst xmlns:a="http://schemas.openxmlformats.org/drawingml/2006/main">
              <a:ext uri="{FF2B5EF4-FFF2-40B4-BE49-F238E27FC236}">
                <a16:creationId xmlns:a16="http://schemas.microsoft.com/office/drawing/2014/main" id="{42AC09FD-588F-4E0F-9686-65508FA5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0"/>
            <a:ext cx="6229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4" name="Google Shape;254;p33">
            <a:extLst xmlns:a="http://schemas.openxmlformats.org/drawingml/2006/main">
              <a:ext uri="{FF2B5EF4-FFF2-40B4-BE49-F238E27FC236}">
                <a16:creationId xmlns:a16="http://schemas.microsoft.com/office/drawing/2014/main" id="{528DEE3D-0670-4720-AA80-A085281E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6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Проверка до старта</a:t>
            </a:r>
            <a:endParaRPr sz="350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5" name="Google Shape;255;p33">
            <a:extLst xmlns:a="http://schemas.openxmlformats.org/drawingml/2006/main">
              <a:ext uri="{FF2B5EF4-FFF2-40B4-BE49-F238E27FC236}">
                <a16:creationId xmlns:a16="http://schemas.microsoft.com/office/drawing/2014/main" id="{BFB852A5-7D49-4E5A-A973-E8F0EBDC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"/>
            <a:ext cx="5476875" cy="561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Открыть lab/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make install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make test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curl localhost:11434/api/tags</a:t>
            </a:r>
            <a:endParaRPr sz="2500"/>
          </a:p>
        </p:txBody>
      </p:sp>
      <p:pic>
        <p:nvPicPr>
          <p:cNvPr id="263" name="Google Shape;256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ee89e750c23429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7" name="Google Shape;257;p33">
            <a:extLst xmlns:a="http://schemas.openxmlformats.org/drawingml/2006/main">
              <a:ext uri="{FF2B5EF4-FFF2-40B4-BE49-F238E27FC236}">
                <a16:creationId xmlns:a16="http://schemas.microsoft.com/office/drawing/2014/main" id="{9FDDBF74-DF21-4514-B131-F96C8257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77000"/>
            <a:ext cx="588429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Практика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8" name="Google Shape;258;p33">
            <a:extLst xmlns:a="http://schemas.openxmlformats.org/drawingml/2006/main">
              <a:ext uri="{FF2B5EF4-FFF2-40B4-BE49-F238E27FC236}">
                <a16:creationId xmlns:a16="http://schemas.microsoft.com/office/drawing/2014/main" id="{EEC6ED0B-FF6A-419B-B5B9-F3F46E1E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06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5502985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7" name="Google Shape;427;p42">
            <a:extLst xmlns:a="http://schemas.openxmlformats.org/drawingml/2006/main">
              <a:ext uri="{FF2B5EF4-FFF2-40B4-BE49-F238E27FC236}">
                <a16:creationId xmlns:a16="http://schemas.microsoft.com/office/drawing/2014/main" id="{58DD9833-9359-4D00-A6FF-77DC6967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" y="2078976"/>
            <a:ext cx="12192000" cy="47790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2" name="Google Shape;432;p42">
            <a:extLst xmlns:a="http://schemas.openxmlformats.org/drawingml/2006/main">
              <a:ext uri="{FF2B5EF4-FFF2-40B4-BE49-F238E27FC236}">
                <a16:creationId xmlns:a16="http://schemas.microsoft.com/office/drawing/2014/main" id="{7F104146-E06A-46A6-8D5B-6D53CD44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FROM задаёт базовую модель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3" name="Google Shape;433;p42">
            <a:extLst xmlns:a="http://schemas.openxmlformats.org/drawingml/2006/main">
              <a:ext uri="{FF2B5EF4-FFF2-40B4-BE49-F238E27FC236}">
                <a16:creationId xmlns:a16="http://schemas.microsoft.com/office/drawing/2014/main" id="{8E78E4A0-375A-4829-BFD8-0AF83A63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9567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SYSTEM задаёт инструкцию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4" name="Google Shape;434;p42">
            <a:extLst xmlns:a="http://schemas.openxmlformats.org/drawingml/2006/main">
              <a:ext uri="{FF2B5EF4-FFF2-40B4-BE49-F238E27FC236}">
                <a16:creationId xmlns:a16="http://schemas.microsoft.com/office/drawing/2014/main" id="{954EB7E4-A31A-4311-8129-C316A059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PARAMETER задаёт настройки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5" name="Google Shape;435;p42">
            <a:extLst xmlns:a="http://schemas.openxmlformats.org/drawingml/2006/main">
              <a:ext uri="{FF2B5EF4-FFF2-40B4-BE49-F238E27FC236}">
                <a16:creationId xmlns:a16="http://schemas.microsoft.com/office/drawing/2014/main" id="{78D52781-A55D-46BB-A81E-AB04194B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3402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ollama create не обучает веса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6" name="Google Shape;436;p42">
            <a:extLst xmlns:a="http://schemas.openxmlformats.org/drawingml/2006/main">
              <a:ext uri="{FF2B5EF4-FFF2-40B4-BE49-F238E27FC236}">
                <a16:creationId xmlns:a16="http://schemas.microsoft.com/office/drawing/2014/main" id="{881DA78D-85FC-444F-B2B0-74C25727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425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1.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7" name="Google Shape;437;p42">
            <a:extLst xmlns:a="http://schemas.openxmlformats.org/drawingml/2006/main">
              <a:ext uri="{FF2B5EF4-FFF2-40B4-BE49-F238E27FC236}">
                <a16:creationId xmlns:a16="http://schemas.microsoft.com/office/drawing/2014/main" id="{133B9A35-3DCB-407E-8CCF-76B391A1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441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2.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8" name="Google Shape;438;p42">
            <a:extLst xmlns:a="http://schemas.openxmlformats.org/drawingml/2006/main">
              <a:ext uri="{FF2B5EF4-FFF2-40B4-BE49-F238E27FC236}">
                <a16:creationId xmlns:a16="http://schemas.microsoft.com/office/drawing/2014/main" id="{E1129506-D846-429B-883B-AD305ABD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457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3.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9" name="Google Shape;439;p42">
            <a:extLst xmlns:a="http://schemas.openxmlformats.org/drawingml/2006/main">
              <a:ext uri="{FF2B5EF4-FFF2-40B4-BE49-F238E27FC236}">
                <a16:creationId xmlns:a16="http://schemas.microsoft.com/office/drawing/2014/main" id="{C5A3B988-4F09-45EC-8E10-E71E3687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473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4.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pic>
        <p:nvPicPr>
          <p:cNvPr id="454" name="Google Shape;440;p4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85942ac92864c0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41" name="Google Shape;441;p42">
            <a:extLst xmlns:a="http://schemas.openxmlformats.org/drawingml/2006/main">
              <a:ext uri="{FF2B5EF4-FFF2-40B4-BE49-F238E27FC236}">
                <a16:creationId xmlns:a16="http://schemas.microsoft.com/office/drawing/2014/main" id="{15A47D98-630C-4008-B797-FA3B146C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07</a:t>
            </a:r>
            <a:endParaRPr/>
          </a:p>
        </p:txBody>
      </p:sp>
      <p:sp>
        <p:nvSpPr>
          <p:cNvPr id="442" name="Google Shape;442;p42">
            <a:extLst xmlns:a="http://schemas.openxmlformats.org/drawingml/2006/main">
              <a:ext uri="{FF2B5EF4-FFF2-40B4-BE49-F238E27FC236}">
                <a16:creationId xmlns:a16="http://schemas.microsoft.com/office/drawing/2014/main" id="{4198A0BA-58D7-47DA-8940-F114D80F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10" y="6490849"/>
            <a:ext cx="5486456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Практика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43" name="Google Shape;443;p42">
            <a:extLst xmlns:a="http://schemas.openxmlformats.org/drawingml/2006/main">
              <a:ext uri="{FF2B5EF4-FFF2-40B4-BE49-F238E27FC236}">
                <a16:creationId xmlns:a16="http://schemas.microsoft.com/office/drawing/2014/main" id="{1D20AEA1-EF67-4F32-9BF1-E01A21AA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123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5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45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Собственная конфигурация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1278716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33">
            <a:extLst xmlns:a="http://schemas.openxmlformats.org/drawingml/2006/main">
              <a:ext uri="{FF2B5EF4-FFF2-40B4-BE49-F238E27FC236}">
                <a16:creationId xmlns:a16="http://schemas.microsoft.com/office/drawing/2014/main" id="{42AC09FD-588F-4E0F-9686-65508FA5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0"/>
            <a:ext cx="6229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4" name="Google Shape;254;p33">
            <a:extLst xmlns:a="http://schemas.openxmlformats.org/drawingml/2006/main">
              <a:ext uri="{FF2B5EF4-FFF2-40B4-BE49-F238E27FC236}">
                <a16:creationId xmlns:a16="http://schemas.microsoft.com/office/drawing/2014/main" id="{528DEE3D-0670-4720-AA80-A085281E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6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Первый запуск</a:t>
            </a:r>
            <a:endParaRPr sz="350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5" name="Google Shape;255;p33">
            <a:extLst xmlns:a="http://schemas.openxmlformats.org/drawingml/2006/main">
              <a:ext uri="{FF2B5EF4-FFF2-40B4-BE49-F238E27FC236}">
                <a16:creationId xmlns:a16="http://schemas.microsoft.com/office/drawing/2014/main" id="{BFB852A5-7D49-4E5A-A973-E8F0EBDC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"/>
            <a:ext cx="5476875" cy="561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ollama create itmo-local -f Modelfile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ollama run itmo-local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Короткий вопрос о модели и сервере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Выход из чата: /bye</a:t>
            </a:r>
            <a:endParaRPr sz="2500"/>
          </a:p>
        </p:txBody>
      </p:sp>
      <p:pic>
        <p:nvPicPr>
          <p:cNvPr id="263" name="Google Shape;256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43eb71edb994ee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7" name="Google Shape;257;p33">
            <a:extLst xmlns:a="http://schemas.openxmlformats.org/drawingml/2006/main">
              <a:ext uri="{FF2B5EF4-FFF2-40B4-BE49-F238E27FC236}">
                <a16:creationId xmlns:a16="http://schemas.microsoft.com/office/drawing/2014/main" id="{9FDDBF74-DF21-4514-B131-F96C8257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77000"/>
            <a:ext cx="588429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Практика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8" name="Google Shape;258;p33">
            <a:extLst xmlns:a="http://schemas.openxmlformats.org/drawingml/2006/main">
              <a:ext uri="{FF2B5EF4-FFF2-40B4-BE49-F238E27FC236}">
                <a16:creationId xmlns:a16="http://schemas.microsoft.com/office/drawing/2014/main" id="{EEC6ED0B-FF6A-419B-B5B9-F3F46E1E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08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5502985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33">
            <a:extLst xmlns:a="http://schemas.openxmlformats.org/drawingml/2006/main">
              <a:ext uri="{FF2B5EF4-FFF2-40B4-BE49-F238E27FC236}">
                <a16:creationId xmlns:a16="http://schemas.microsoft.com/office/drawing/2014/main" id="{42AC09FD-588F-4E0F-9686-65508FA5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0"/>
            <a:ext cx="6229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4" name="Google Shape;254;p33">
            <a:extLst xmlns:a="http://schemas.openxmlformats.org/drawingml/2006/main">
              <a:ext uri="{FF2B5EF4-FFF2-40B4-BE49-F238E27FC236}">
                <a16:creationId xmlns:a16="http://schemas.microsoft.com/office/drawing/2014/main" id="{528DEE3D-0670-4720-AA80-A085281E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6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Baseline через API</a:t>
            </a:r>
            <a:endParaRPr sz="350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5" name="Google Shape;255;p33">
            <a:extLst xmlns:a="http://schemas.openxmlformats.org/drawingml/2006/main">
              <a:ext uri="{FF2B5EF4-FFF2-40B4-BE49-F238E27FC236}">
                <a16:creationId xmlns:a16="http://schemas.microsoft.com/office/drawing/2014/main" id="{BFB852A5-7D49-4E5A-A973-E8F0EBDC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"/>
            <a:ext cx="5476875" cy="561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python3 experiment.py --mode baseline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--output results/baseline.json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Один вход: README и вопрос о CI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Сохранены запрос, ответ и метрики</a:t>
            </a:r>
            <a:endParaRPr sz="2500"/>
          </a:p>
        </p:txBody>
      </p:sp>
      <p:pic>
        <p:nvPicPr>
          <p:cNvPr id="263" name="Google Shape;256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0d032d65cc74cf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7" name="Google Shape;257;p33">
            <a:extLst xmlns:a="http://schemas.openxmlformats.org/drawingml/2006/main">
              <a:ext uri="{FF2B5EF4-FFF2-40B4-BE49-F238E27FC236}">
                <a16:creationId xmlns:a16="http://schemas.microsoft.com/office/drawing/2014/main" id="{9FDDBF74-DF21-4514-B131-F96C8257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77000"/>
            <a:ext cx="588429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Практика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8" name="Google Shape;258;p33">
            <a:extLst xmlns:a="http://schemas.openxmlformats.org/drawingml/2006/main">
              <a:ext uri="{FF2B5EF4-FFF2-40B4-BE49-F238E27FC236}">
                <a16:creationId xmlns:a16="http://schemas.microsoft.com/office/drawing/2014/main" id="{EEC6ED0B-FF6A-419B-B5B9-F3F46E1E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09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5502985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7" name="Google Shape;427;p42">
            <a:extLst xmlns:a="http://schemas.openxmlformats.org/drawingml/2006/main">
              <a:ext uri="{FF2B5EF4-FFF2-40B4-BE49-F238E27FC236}">
                <a16:creationId xmlns:a16="http://schemas.microsoft.com/office/drawing/2014/main" id="{58DD9833-9359-4D00-A6FF-77DC6967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" y="2078976"/>
            <a:ext cx="12192000" cy="47790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2" name="Google Shape;432;p42">
            <a:extLst xmlns:a="http://schemas.openxmlformats.org/drawingml/2006/main">
              <a:ext uri="{FF2B5EF4-FFF2-40B4-BE49-F238E27FC236}">
                <a16:creationId xmlns:a16="http://schemas.microsoft.com/office/drawing/2014/main" id="{7F104146-E06A-46A6-8D5B-6D53CD44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Использовать только переданный контекст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3" name="Google Shape;433;p42">
            <a:extLst xmlns:a="http://schemas.openxmlformats.org/drawingml/2006/main">
              <a:ext uri="{FF2B5EF4-FFF2-40B4-BE49-F238E27FC236}">
                <a16:creationId xmlns:a16="http://schemas.microsoft.com/office/drawing/2014/main" id="{8E78E4A0-375A-4829-BFD8-0AF83A63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9567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Не выдумывать настройки и файлы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4" name="Google Shape;434;p42">
            <a:extLst xmlns:a="http://schemas.openxmlformats.org/drawingml/2006/main">
              <a:ext uri="{FF2B5EF4-FFF2-40B4-BE49-F238E27FC236}">
                <a16:creationId xmlns:a16="http://schemas.microsoft.com/office/drawing/2014/main" id="{954EB7E4-A31A-4311-8129-C316A059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Признать отсутствие ответа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5" name="Google Shape;435;p42">
            <a:extLst xmlns:a="http://schemas.openxmlformats.org/drawingml/2006/main">
              <a:ext uri="{FF2B5EF4-FFF2-40B4-BE49-F238E27FC236}">
                <a16:creationId xmlns:a16="http://schemas.microsoft.com/office/drawing/2014/main" id="{78D52781-A55D-46BB-A81E-AB04194B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3402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Ответить кратко и указать основание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6" name="Google Shape;436;p42">
            <a:extLst xmlns:a="http://schemas.openxmlformats.org/drawingml/2006/main">
              <a:ext uri="{FF2B5EF4-FFF2-40B4-BE49-F238E27FC236}">
                <a16:creationId xmlns:a16="http://schemas.microsoft.com/office/drawing/2014/main" id="{881DA78D-85FC-444F-B2B0-74C25727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425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1.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7" name="Google Shape;437;p42">
            <a:extLst xmlns:a="http://schemas.openxmlformats.org/drawingml/2006/main">
              <a:ext uri="{FF2B5EF4-FFF2-40B4-BE49-F238E27FC236}">
                <a16:creationId xmlns:a16="http://schemas.microsoft.com/office/drawing/2014/main" id="{133B9A35-3DCB-407E-8CCF-76B391A1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441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2.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8" name="Google Shape;438;p42">
            <a:extLst xmlns:a="http://schemas.openxmlformats.org/drawingml/2006/main">
              <a:ext uri="{FF2B5EF4-FFF2-40B4-BE49-F238E27FC236}">
                <a16:creationId xmlns:a16="http://schemas.microsoft.com/office/drawing/2014/main" id="{E1129506-D846-429B-883B-AD305ABD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457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3.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9" name="Google Shape;439;p42">
            <a:extLst xmlns:a="http://schemas.openxmlformats.org/drawingml/2006/main">
              <a:ext uri="{FF2B5EF4-FFF2-40B4-BE49-F238E27FC236}">
                <a16:creationId xmlns:a16="http://schemas.microsoft.com/office/drawing/2014/main" id="{C5A3B988-4F09-45EC-8E10-E71E3687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473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4.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pic>
        <p:nvPicPr>
          <p:cNvPr id="454" name="Google Shape;440;p4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7b59c1d07834e5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41" name="Google Shape;441;p42">
            <a:extLst xmlns:a="http://schemas.openxmlformats.org/drawingml/2006/main">
              <a:ext uri="{FF2B5EF4-FFF2-40B4-BE49-F238E27FC236}">
                <a16:creationId xmlns:a16="http://schemas.microsoft.com/office/drawing/2014/main" id="{15A47D98-630C-4008-B797-FA3B146C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10</a:t>
            </a:r>
            <a:endParaRPr/>
          </a:p>
        </p:txBody>
      </p:sp>
      <p:sp>
        <p:nvSpPr>
          <p:cNvPr id="442" name="Google Shape;442;p42">
            <a:extLst xmlns:a="http://schemas.openxmlformats.org/drawingml/2006/main">
              <a:ext uri="{FF2B5EF4-FFF2-40B4-BE49-F238E27FC236}">
                <a16:creationId xmlns:a16="http://schemas.microsoft.com/office/drawing/2014/main" id="{4198A0BA-58D7-47DA-8940-F114D80F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10" y="6490849"/>
            <a:ext cx="5486456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Практика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43" name="Google Shape;443;p42">
            <a:extLst xmlns:a="http://schemas.openxmlformats.org/drawingml/2006/main">
              <a:ext uri="{FF2B5EF4-FFF2-40B4-BE49-F238E27FC236}">
                <a16:creationId xmlns:a16="http://schemas.microsoft.com/office/drawing/2014/main" id="{1D20AEA1-EF67-4F32-9BF1-E01A21AA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123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5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45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System prompt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1278716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33">
            <a:extLst xmlns:a="http://schemas.openxmlformats.org/drawingml/2006/main">
              <a:ext uri="{FF2B5EF4-FFF2-40B4-BE49-F238E27FC236}">
                <a16:creationId xmlns:a16="http://schemas.microsoft.com/office/drawing/2014/main" id="{42AC09FD-588F-4E0F-9686-65508FA5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0"/>
            <a:ext cx="6229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4" name="Google Shape;254;p33">
            <a:extLst xmlns:a="http://schemas.openxmlformats.org/drawingml/2006/main">
              <a:ext uri="{FF2B5EF4-FFF2-40B4-BE49-F238E27FC236}">
                <a16:creationId xmlns:a16="http://schemas.microsoft.com/office/drawing/2014/main" id="{528DEE3D-0670-4720-AA80-A085281E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6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Контролируемое сравнение</a:t>
            </a:r>
            <a:endParaRPr sz="350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5" name="Google Shape;255;p33">
            <a:extLst xmlns:a="http://schemas.openxmlformats.org/drawingml/2006/main">
              <a:ext uri="{FF2B5EF4-FFF2-40B4-BE49-F238E27FC236}">
                <a16:creationId xmlns:a16="http://schemas.microsoft.com/office/drawing/2014/main" id="{BFB852A5-7D49-4E5A-A973-E8F0EBDC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"/>
            <a:ext cx="5476875" cy="561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Запуск с --mode system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Тот же вопрос и те же веса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Та же temperature и seed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Меняется только system-сообщение</a:t>
            </a:r>
            <a:endParaRPr sz="2500"/>
          </a:p>
        </p:txBody>
      </p:sp>
      <p:pic>
        <p:nvPicPr>
          <p:cNvPr id="263" name="Google Shape;256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035cbcd3032402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7" name="Google Shape;257;p33">
            <a:extLst xmlns:a="http://schemas.openxmlformats.org/drawingml/2006/main">
              <a:ext uri="{FF2B5EF4-FFF2-40B4-BE49-F238E27FC236}">
                <a16:creationId xmlns:a16="http://schemas.microsoft.com/office/drawing/2014/main" id="{9FDDBF74-DF21-4514-B131-F96C8257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77000"/>
            <a:ext cx="588429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Практика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8" name="Google Shape;258;p33">
            <a:extLst xmlns:a="http://schemas.openxmlformats.org/drawingml/2006/main">
              <a:ext uri="{FF2B5EF4-FFF2-40B4-BE49-F238E27FC236}">
                <a16:creationId xmlns:a16="http://schemas.microsoft.com/office/drawing/2014/main" id="{EEC6ED0B-FF6A-419B-B5B9-F3F46E1E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11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5502985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33">
            <a:extLst xmlns:a="http://schemas.openxmlformats.org/drawingml/2006/main">
              <a:ext uri="{FF2B5EF4-FFF2-40B4-BE49-F238E27FC236}">
                <a16:creationId xmlns:a16="http://schemas.microsoft.com/office/drawing/2014/main" id="{42AC09FD-588F-4E0F-9686-65508FA5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0"/>
            <a:ext cx="6229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4" name="Google Shape;254;p33">
            <a:extLst xmlns:a="http://schemas.openxmlformats.org/drawingml/2006/main">
              <a:ext uri="{FF2B5EF4-FFF2-40B4-BE49-F238E27FC236}">
                <a16:creationId xmlns:a16="http://schemas.microsoft.com/office/drawing/2014/main" id="{528DEE3D-0670-4720-AA80-A085281E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6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Проверка ответов</a:t>
            </a:r>
            <a:endParaRPr sz="350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5" name="Google Shape;255;p33">
            <a:extLst xmlns:a="http://schemas.openxmlformats.org/drawingml/2006/main">
              <a:ext uri="{FF2B5EF4-FFF2-40B4-BE49-F238E27FC236}">
                <a16:creationId xmlns:a16="http://schemas.microsoft.com/office/drawing/2014/main" id="{BFB852A5-7D49-4E5A-A973-E8F0EBDC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"/>
            <a:ext cx="5476875" cy="561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Есть ли выдуманный факт?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Есть ли основание в README?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Признано ли отсутствие CI?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Соблюдён ли формат?</a:t>
            </a:r>
            <a:endParaRPr sz="2500"/>
          </a:p>
        </p:txBody>
      </p:sp>
      <p:pic>
        <p:nvPicPr>
          <p:cNvPr id="263" name="Google Shape;256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ced364ee0b84ad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7" name="Google Shape;257;p33">
            <a:extLst xmlns:a="http://schemas.openxmlformats.org/drawingml/2006/main">
              <a:ext uri="{FF2B5EF4-FFF2-40B4-BE49-F238E27FC236}">
                <a16:creationId xmlns:a16="http://schemas.microsoft.com/office/drawing/2014/main" id="{9FDDBF74-DF21-4514-B131-F96C8257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77000"/>
            <a:ext cx="588429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Практика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8" name="Google Shape;258;p33">
            <a:extLst xmlns:a="http://schemas.openxmlformats.org/drawingml/2006/main">
              <a:ext uri="{FF2B5EF4-FFF2-40B4-BE49-F238E27FC236}">
                <a16:creationId xmlns:a16="http://schemas.microsoft.com/office/drawing/2014/main" id="{EEC6ED0B-FF6A-419B-B5B9-F3F46E1E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12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5502985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7" name="Google Shape;427;p42">
            <a:extLst xmlns:a="http://schemas.openxmlformats.org/drawingml/2006/main">
              <a:ext uri="{FF2B5EF4-FFF2-40B4-BE49-F238E27FC236}">
                <a16:creationId xmlns:a16="http://schemas.microsoft.com/office/drawing/2014/main" id="{58DD9833-9359-4D00-A6FF-77DC6967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" y="2078976"/>
            <a:ext cx="12192000" cy="47790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2" name="Google Shape;432;p42">
            <a:extLst xmlns:a="http://schemas.openxmlformats.org/drawingml/2006/main">
              <a:ext uri="{FF2B5EF4-FFF2-40B4-BE49-F238E27FC236}">
                <a16:creationId xmlns:a16="http://schemas.microsoft.com/office/drawing/2014/main" id="{7F104146-E06A-46A6-8D5B-6D53CD44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Сравнить 0.2 и 0.8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3" name="Google Shape;433;p42">
            <a:extLst xmlns:a="http://schemas.openxmlformats.org/drawingml/2006/main">
              <a:ext uri="{FF2B5EF4-FFF2-40B4-BE49-F238E27FC236}">
                <a16:creationId xmlns:a16="http://schemas.microsoft.com/office/drawing/2014/main" id="{8E78E4A0-375A-4829-BFD8-0AF83A63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9567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Одинаковые seed: 42, 43, 44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4" name="Google Shape;434;p42">
            <a:extLst xmlns:a="http://schemas.openxmlformats.org/drawingml/2006/main">
              <a:ext uri="{FF2B5EF4-FFF2-40B4-BE49-F238E27FC236}">
                <a16:creationId xmlns:a16="http://schemas.microsoft.com/office/drawing/2014/main" id="{954EB7E4-A31A-4311-8129-C316A059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Остальные условия одинаковы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5" name="Google Shape;435;p42">
            <a:extLst xmlns:a="http://schemas.openxmlformats.org/drawingml/2006/main">
              <a:ext uri="{FF2B5EF4-FFF2-40B4-BE49-F238E27FC236}">
                <a16:creationId xmlns:a16="http://schemas.microsoft.com/office/drawing/2014/main" id="{78D52781-A55D-46BB-A81E-AB04194B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3402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Оценить все шесть ответов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6" name="Google Shape;436;p42">
            <a:extLst xmlns:a="http://schemas.openxmlformats.org/drawingml/2006/main">
              <a:ext uri="{FF2B5EF4-FFF2-40B4-BE49-F238E27FC236}">
                <a16:creationId xmlns:a16="http://schemas.microsoft.com/office/drawing/2014/main" id="{881DA78D-85FC-444F-B2B0-74C25727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425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1.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7" name="Google Shape;437;p42">
            <a:extLst xmlns:a="http://schemas.openxmlformats.org/drawingml/2006/main">
              <a:ext uri="{FF2B5EF4-FFF2-40B4-BE49-F238E27FC236}">
                <a16:creationId xmlns:a16="http://schemas.microsoft.com/office/drawing/2014/main" id="{133B9A35-3DCB-407E-8CCF-76B391A1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441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2.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8" name="Google Shape;438;p42">
            <a:extLst xmlns:a="http://schemas.openxmlformats.org/drawingml/2006/main">
              <a:ext uri="{FF2B5EF4-FFF2-40B4-BE49-F238E27FC236}">
                <a16:creationId xmlns:a16="http://schemas.microsoft.com/office/drawing/2014/main" id="{E1129506-D846-429B-883B-AD305ABD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457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3.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9" name="Google Shape;439;p42">
            <a:extLst xmlns:a="http://schemas.openxmlformats.org/drawingml/2006/main">
              <a:ext uri="{FF2B5EF4-FFF2-40B4-BE49-F238E27FC236}">
                <a16:creationId xmlns:a16="http://schemas.microsoft.com/office/drawing/2014/main" id="{C5A3B988-4F09-45EC-8E10-E71E3687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473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4.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pic>
        <p:nvPicPr>
          <p:cNvPr id="454" name="Google Shape;440;p4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07aa1751f2a4d4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41" name="Google Shape;441;p42">
            <a:extLst xmlns:a="http://schemas.openxmlformats.org/drawingml/2006/main">
              <a:ext uri="{FF2B5EF4-FFF2-40B4-BE49-F238E27FC236}">
                <a16:creationId xmlns:a16="http://schemas.microsoft.com/office/drawing/2014/main" id="{15A47D98-630C-4008-B797-FA3B146C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13</a:t>
            </a:r>
            <a:endParaRPr/>
          </a:p>
        </p:txBody>
      </p:sp>
      <p:sp>
        <p:nvSpPr>
          <p:cNvPr id="442" name="Google Shape;442;p42">
            <a:extLst xmlns:a="http://schemas.openxmlformats.org/drawingml/2006/main">
              <a:ext uri="{FF2B5EF4-FFF2-40B4-BE49-F238E27FC236}">
                <a16:creationId xmlns:a16="http://schemas.microsoft.com/office/drawing/2014/main" id="{4198A0BA-58D7-47DA-8940-F114D80F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10" y="6490849"/>
            <a:ext cx="5486456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Практика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43" name="Google Shape;443;p42">
            <a:extLst xmlns:a="http://schemas.openxmlformats.org/drawingml/2006/main">
              <a:ext uri="{FF2B5EF4-FFF2-40B4-BE49-F238E27FC236}">
                <a16:creationId xmlns:a16="http://schemas.microsoft.com/office/drawing/2014/main" id="{1D20AEA1-EF67-4F32-9BF1-E01A21AA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123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5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45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Эксперимент с temperature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1278716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33">
            <a:extLst xmlns:a="http://schemas.openxmlformats.org/drawingml/2006/main">
              <a:ext uri="{FF2B5EF4-FFF2-40B4-BE49-F238E27FC236}">
                <a16:creationId xmlns:a16="http://schemas.microsoft.com/office/drawing/2014/main" id="{42AC09FD-588F-4E0F-9686-65508FA5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0"/>
            <a:ext cx="6229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4" name="Google Shape;254;p33">
            <a:extLst xmlns:a="http://schemas.openxmlformats.org/drawingml/2006/main">
              <a:ext uri="{FF2B5EF4-FFF2-40B4-BE49-F238E27FC236}">
                <a16:creationId xmlns:a16="http://schemas.microsoft.com/office/drawing/2014/main" id="{528DEE3D-0670-4720-AA80-A085281E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6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Метрики</a:t>
            </a:r>
            <a:endParaRPr sz="350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5" name="Google Shape;255;p33">
            <a:extLst xmlns:a="http://schemas.openxmlformats.org/drawingml/2006/main">
              <a:ext uri="{FF2B5EF4-FFF2-40B4-BE49-F238E27FC236}">
                <a16:creationId xmlns:a16="http://schemas.microsoft.com/office/drawing/2014/main" id="{BFB852A5-7D49-4E5A-A973-E8F0EBDC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"/>
            <a:ext cx="5476875" cy="561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Холодный запуск отдельно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Три прогретых повтора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decode tokens/sec и полное время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TTFT скрипт не измеряет</a:t>
            </a:r>
            <a:endParaRPr sz="2500"/>
          </a:p>
        </p:txBody>
      </p:sp>
      <p:pic>
        <p:nvPicPr>
          <p:cNvPr id="263" name="Google Shape;256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3ad28ee38624ed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7" name="Google Shape;257;p33">
            <a:extLst xmlns:a="http://schemas.openxmlformats.org/drawingml/2006/main">
              <a:ext uri="{FF2B5EF4-FFF2-40B4-BE49-F238E27FC236}">
                <a16:creationId xmlns:a16="http://schemas.microsoft.com/office/drawing/2014/main" id="{9FDDBF74-DF21-4514-B131-F96C8257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77000"/>
            <a:ext cx="588429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Практика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8" name="Google Shape;258;p33">
            <a:extLst xmlns:a="http://schemas.openxmlformats.org/drawingml/2006/main">
              <a:ext uri="{FF2B5EF4-FFF2-40B4-BE49-F238E27FC236}">
                <a16:creationId xmlns:a16="http://schemas.microsoft.com/office/drawing/2014/main" id="{EEC6ED0B-FF6A-419B-B5B9-F3F46E1E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14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5502985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33">
            <a:extLst xmlns:a="http://schemas.openxmlformats.org/drawingml/2006/main">
              <a:ext uri="{FF2B5EF4-FFF2-40B4-BE49-F238E27FC236}">
                <a16:creationId xmlns:a16="http://schemas.microsoft.com/office/drawing/2014/main" id="{42AC09FD-588F-4E0F-9686-65508FA5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0"/>
            <a:ext cx="6229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4" name="Google Shape;254;p33">
            <a:extLst xmlns:a="http://schemas.openxmlformats.org/drawingml/2006/main">
              <a:ext uri="{FF2B5EF4-FFF2-40B4-BE49-F238E27FC236}">
                <a16:creationId xmlns:a16="http://schemas.microsoft.com/office/drawing/2014/main" id="{528DEE3D-0670-4720-AA80-A085281E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6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Профиль для агента</a:t>
            </a:r>
            <a:endParaRPr sz="350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5" name="Google Shape;255;p33">
            <a:extLst xmlns:a="http://schemas.openxmlformats.org/drawingml/2006/main">
              <a:ext uri="{FF2B5EF4-FFF2-40B4-BE49-F238E27FC236}">
                <a16:creationId xmlns:a16="http://schemas.microsoft.com/office/drawing/2014/main" id="{BFB852A5-7D49-4E5A-A973-E8F0EBDC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"/>
            <a:ext cx="5476875" cy="561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ollama create itmo-agent -f Modelfile.agent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Контекст сервера: 65536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Проверка после запроса: ollama ps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При OOM работать на компьютере партнёра</a:t>
            </a:r>
            <a:endParaRPr sz="2500"/>
          </a:p>
        </p:txBody>
      </p:sp>
      <p:pic>
        <p:nvPicPr>
          <p:cNvPr id="263" name="Google Shape;256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3ad154373fd4d7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7" name="Google Shape;257;p33">
            <a:extLst xmlns:a="http://schemas.openxmlformats.org/drawingml/2006/main">
              <a:ext uri="{FF2B5EF4-FFF2-40B4-BE49-F238E27FC236}">
                <a16:creationId xmlns:a16="http://schemas.microsoft.com/office/drawing/2014/main" id="{9FDDBF74-DF21-4514-B131-F96C8257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77000"/>
            <a:ext cx="588429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Практика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8" name="Google Shape;258;p33">
            <a:extLst xmlns:a="http://schemas.openxmlformats.org/drawingml/2006/main">
              <a:ext uri="{FF2B5EF4-FFF2-40B4-BE49-F238E27FC236}">
                <a16:creationId xmlns:a16="http://schemas.microsoft.com/office/drawing/2014/main" id="{EEC6ED0B-FF6A-419B-B5B9-F3F46E1E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15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5502985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7" name="Google Shape;427;p42">
            <a:extLst xmlns:a="http://schemas.openxmlformats.org/drawingml/2006/main">
              <a:ext uri="{FF2B5EF4-FFF2-40B4-BE49-F238E27FC236}">
                <a16:creationId xmlns:a16="http://schemas.microsoft.com/office/drawing/2014/main" id="{58DD9833-9359-4D00-A6FF-77DC6967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" y="2078976"/>
            <a:ext cx="12192000" cy="47790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2" name="Google Shape;432;p42">
            <a:extLst xmlns:a="http://schemas.openxmlformats.org/drawingml/2006/main">
              <a:ext uri="{FF2B5EF4-FFF2-40B4-BE49-F238E27FC236}">
                <a16:creationId xmlns:a16="http://schemas.microsoft.com/office/drawing/2014/main" id="{7F104146-E06A-46A6-8D5B-6D53CD44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Build запускает тест в demo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3" name="Google Shape;433;p42">
            <a:extLst xmlns:a="http://schemas.openxmlformats.org/drawingml/2006/main">
              <a:ext uri="{FF2B5EF4-FFF2-40B4-BE49-F238E27FC236}">
                <a16:creationId xmlns:a16="http://schemas.microsoft.com/office/drawing/2014/main" id="{8E78E4A0-375A-4829-BFD8-0AF83A63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9567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Модель: ollama/itmo-agent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4" name="Google Shape;434;p42">
            <a:extLst xmlns:a="http://schemas.openxmlformats.org/drawingml/2006/main">
              <a:ext uri="{FF2B5EF4-FFF2-40B4-BE49-F238E27FC236}">
                <a16:creationId xmlns:a16="http://schemas.microsoft.com/office/drawing/2014/main" id="{954EB7E4-A31A-4311-8129-C316A059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Агент: local-guide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5" name="Google Shape;435;p42">
            <a:extLst xmlns:a="http://schemas.openxmlformats.org/drawingml/2006/main">
              <a:ext uri="{FF2B5EF4-FFF2-40B4-BE49-F238E27FC236}">
                <a16:creationId xmlns:a16="http://schemas.microsoft.com/office/drawing/2014/main" id="{78D52781-A55D-46BB-A81E-AB04194B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3402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Endpoint: localhost:11434/v1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6" name="Google Shape;436;p42">
            <a:extLst xmlns:a="http://schemas.openxmlformats.org/drawingml/2006/main">
              <a:ext uri="{FF2B5EF4-FFF2-40B4-BE49-F238E27FC236}">
                <a16:creationId xmlns:a16="http://schemas.microsoft.com/office/drawing/2014/main" id="{881DA78D-85FC-444F-B2B0-74C25727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425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1.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7" name="Google Shape;437;p42">
            <a:extLst xmlns:a="http://schemas.openxmlformats.org/drawingml/2006/main">
              <a:ext uri="{FF2B5EF4-FFF2-40B4-BE49-F238E27FC236}">
                <a16:creationId xmlns:a16="http://schemas.microsoft.com/office/drawing/2014/main" id="{133B9A35-3DCB-407E-8CCF-76B391A1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441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2.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8" name="Google Shape;438;p42">
            <a:extLst xmlns:a="http://schemas.openxmlformats.org/drawingml/2006/main">
              <a:ext uri="{FF2B5EF4-FFF2-40B4-BE49-F238E27FC236}">
                <a16:creationId xmlns:a16="http://schemas.microsoft.com/office/drawing/2014/main" id="{E1129506-D846-429B-883B-AD305ABD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457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3.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9" name="Google Shape;439;p42">
            <a:extLst xmlns:a="http://schemas.openxmlformats.org/drawingml/2006/main">
              <a:ext uri="{FF2B5EF4-FFF2-40B4-BE49-F238E27FC236}">
                <a16:creationId xmlns:a16="http://schemas.microsoft.com/office/drawing/2014/main" id="{C5A3B988-4F09-45EC-8E10-E71E3687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473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4.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pic>
        <p:nvPicPr>
          <p:cNvPr id="454" name="Google Shape;440;p4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7c13d390cad48a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41" name="Google Shape;441;p42">
            <a:extLst xmlns:a="http://schemas.openxmlformats.org/drawingml/2006/main">
              <a:ext uri="{FF2B5EF4-FFF2-40B4-BE49-F238E27FC236}">
                <a16:creationId xmlns:a16="http://schemas.microsoft.com/office/drawing/2014/main" id="{15A47D98-630C-4008-B797-FA3B146C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16</a:t>
            </a:r>
            <a:endParaRPr/>
          </a:p>
        </p:txBody>
      </p:sp>
      <p:sp>
        <p:nvSpPr>
          <p:cNvPr id="442" name="Google Shape;442;p42">
            <a:extLst xmlns:a="http://schemas.openxmlformats.org/drawingml/2006/main">
              <a:ext uri="{FF2B5EF4-FFF2-40B4-BE49-F238E27FC236}">
                <a16:creationId xmlns:a16="http://schemas.microsoft.com/office/drawing/2014/main" id="{4198A0BA-58D7-47DA-8940-F114D80F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10" y="6490849"/>
            <a:ext cx="5486456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Практика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43" name="Google Shape;443;p42">
            <a:extLst xmlns:a="http://schemas.openxmlformats.org/drawingml/2006/main">
              <a:ext uri="{FF2B5EF4-FFF2-40B4-BE49-F238E27FC236}">
                <a16:creationId xmlns:a16="http://schemas.microsoft.com/office/drawing/2014/main" id="{1D20AEA1-EF67-4F32-9BF1-E01A21AA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123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5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45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Подключение OpenCode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1278716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33">
            <a:extLst xmlns:a="http://schemas.openxmlformats.org/drawingml/2006/main">
              <a:ext uri="{FF2B5EF4-FFF2-40B4-BE49-F238E27FC236}">
                <a16:creationId xmlns:a16="http://schemas.microsoft.com/office/drawing/2014/main" id="{42AC09FD-588F-4E0F-9686-65508FA5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0"/>
            <a:ext cx="6229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4" name="Google Shape;254;p33">
            <a:extLst xmlns:a="http://schemas.openxmlformats.org/drawingml/2006/main">
              <a:ext uri="{FF2B5EF4-FFF2-40B4-BE49-F238E27FC236}">
                <a16:creationId xmlns:a16="http://schemas.microsoft.com/office/drawing/2014/main" id="{528DEE3D-0670-4720-AA80-A085281E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6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Инструкции агента</a:t>
            </a:r>
            <a:endParaRPr sz="350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5" name="Google Shape;255;p33">
            <a:extLst xmlns:a="http://schemas.openxmlformats.org/drawingml/2006/main">
              <a:ext uri="{FF2B5EF4-FFF2-40B4-BE49-F238E27FC236}">
                <a16:creationId xmlns:a16="http://schemas.microsoft.com/office/drawing/2014/main" id="{BFB852A5-7D49-4E5A-A973-E8F0EBDC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"/>
            <a:ext cx="5476875" cy="561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repo-system.txt задаёт prompt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Разрешены read, glob и grep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Другие инструменты запрещены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Прошлый чат не переносит настройки</a:t>
            </a:r>
            <a:endParaRPr sz="2500"/>
          </a:p>
        </p:txBody>
      </p:sp>
      <p:pic>
        <p:nvPicPr>
          <p:cNvPr id="263" name="Google Shape;256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e0bbb346a144c8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7" name="Google Shape;257;p33">
            <a:extLst xmlns:a="http://schemas.openxmlformats.org/drawingml/2006/main">
              <a:ext uri="{FF2B5EF4-FFF2-40B4-BE49-F238E27FC236}">
                <a16:creationId xmlns:a16="http://schemas.microsoft.com/office/drawing/2014/main" id="{9FDDBF74-DF21-4514-B131-F96C8257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77000"/>
            <a:ext cx="588429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Практика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8" name="Google Shape;258;p33">
            <a:extLst xmlns:a="http://schemas.openxmlformats.org/drawingml/2006/main">
              <a:ext uri="{FF2B5EF4-FFF2-40B4-BE49-F238E27FC236}">
                <a16:creationId xmlns:a16="http://schemas.microsoft.com/office/drawing/2014/main" id="{EEC6ED0B-FF6A-419B-B5B9-F3F46E1E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17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5502985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33">
            <a:extLst xmlns:a="http://schemas.openxmlformats.org/drawingml/2006/main">
              <a:ext uri="{FF2B5EF4-FFF2-40B4-BE49-F238E27FC236}">
                <a16:creationId xmlns:a16="http://schemas.microsoft.com/office/drawing/2014/main" id="{42AC09FD-588F-4E0F-9686-65508FA5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0"/>
            <a:ext cx="6229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4" name="Google Shape;254;p33">
            <a:extLst xmlns:a="http://schemas.openxmlformats.org/drawingml/2006/main">
              <a:ext uri="{FF2B5EF4-FFF2-40B4-BE49-F238E27FC236}">
                <a16:creationId xmlns:a16="http://schemas.microsoft.com/office/drawing/2014/main" id="{528DEE3D-0670-4720-AA80-A085281E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6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Контрольный вызов read</a:t>
            </a:r>
            <a:endParaRPr sz="350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5" name="Google Shape;255;p33">
            <a:extLst xmlns:a="http://schemas.openxmlformats.org/drawingml/2006/main">
              <a:ext uri="{FF2B5EF4-FFF2-40B4-BE49-F238E27FC236}">
                <a16:creationId xmlns:a16="http://schemas.microsoft.com/office/drawing/2014/main" id="{BFB852A5-7D49-4E5A-A973-E8F0EBDC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"/>
            <a:ext cx="5476875" cy="561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Попросить прочитать README.md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Увидеть настоящий вызов инструмента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Проверить результат чтения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Сверить ответ с файлом</a:t>
            </a:r>
            <a:endParaRPr sz="2500"/>
          </a:p>
        </p:txBody>
      </p:sp>
      <p:pic>
        <p:nvPicPr>
          <p:cNvPr id="263" name="Google Shape;256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11f0b8bdcb349c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7" name="Google Shape;257;p33">
            <a:extLst xmlns:a="http://schemas.openxmlformats.org/drawingml/2006/main">
              <a:ext uri="{FF2B5EF4-FFF2-40B4-BE49-F238E27FC236}">
                <a16:creationId xmlns:a16="http://schemas.microsoft.com/office/drawing/2014/main" id="{9FDDBF74-DF21-4514-B131-F96C8257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77000"/>
            <a:ext cx="588429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Практика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8" name="Google Shape;258;p33">
            <a:extLst xmlns:a="http://schemas.openxmlformats.org/drawingml/2006/main">
              <a:ext uri="{FF2B5EF4-FFF2-40B4-BE49-F238E27FC236}">
                <a16:creationId xmlns:a16="http://schemas.microsoft.com/office/drawing/2014/main" id="{EEC6ED0B-FF6A-419B-B5B9-F3F46E1E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18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5502985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7" name="Google Shape;427;p42">
            <a:extLst xmlns:a="http://schemas.openxmlformats.org/drawingml/2006/main">
              <a:ext uri="{FF2B5EF4-FFF2-40B4-BE49-F238E27FC236}">
                <a16:creationId xmlns:a16="http://schemas.microsoft.com/office/drawing/2014/main" id="{58DD9833-9359-4D00-A6FF-77DC6967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" y="2078976"/>
            <a:ext cx="12192000" cy="47790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2" name="Google Shape;432;p42">
            <a:extLst xmlns:a="http://schemas.openxmlformats.org/drawingml/2006/main">
              <a:ext uri="{FF2B5EF4-FFF2-40B4-BE49-F238E27FC236}">
                <a16:creationId xmlns:a16="http://schemas.microsoft.com/office/drawing/2014/main" id="{7F104146-E06A-46A6-8D5B-6D53CD44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Команда тестирования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3" name="Google Shape;433;p42">
            <a:extLst xmlns:a="http://schemas.openxmlformats.org/drawingml/2006/main">
              <a:ext uri="{FF2B5EF4-FFF2-40B4-BE49-F238E27FC236}">
                <a16:creationId xmlns:a16="http://schemas.microsoft.com/office/drawing/2014/main" id="{8E78E4A0-375A-4829-BFD8-0AF83A63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9567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Пустое имя подписчика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4" name="Google Shape;434;p42">
            <a:extLst xmlns:a="http://schemas.openxmlformats.org/drawingml/2006/main">
              <a:ext uri="{FF2B5EF4-FFF2-40B4-BE49-F238E27FC236}">
                <a16:creationId xmlns:a16="http://schemas.microsoft.com/office/drawing/2014/main" id="{954EB7E4-A31A-4311-8129-C316A059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Несуществующий unsubscribe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5" name="Google Shape;435;p42">
            <a:extLst xmlns:a="http://schemas.openxmlformats.org/drawingml/2006/main">
              <a:ext uri="{FF2B5EF4-FFF2-40B4-BE49-F238E27FC236}">
                <a16:creationId xmlns:a16="http://schemas.microsoft.com/office/drawing/2014/main" id="{78D52781-A55D-46BB-A81E-AB04194B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3402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CI и хранение после перезапуска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6" name="Google Shape;436;p42">
            <a:extLst xmlns:a="http://schemas.openxmlformats.org/drawingml/2006/main">
              <a:ext uri="{FF2B5EF4-FFF2-40B4-BE49-F238E27FC236}">
                <a16:creationId xmlns:a16="http://schemas.microsoft.com/office/drawing/2014/main" id="{881DA78D-85FC-444F-B2B0-74C25727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425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1.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7" name="Google Shape;437;p42">
            <a:extLst xmlns:a="http://schemas.openxmlformats.org/drawingml/2006/main">
              <a:ext uri="{FF2B5EF4-FFF2-40B4-BE49-F238E27FC236}">
                <a16:creationId xmlns:a16="http://schemas.microsoft.com/office/drawing/2014/main" id="{133B9A35-3DCB-407E-8CCF-76B391A1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441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2.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8" name="Google Shape;438;p42">
            <a:extLst xmlns:a="http://schemas.openxmlformats.org/drawingml/2006/main">
              <a:ext uri="{FF2B5EF4-FFF2-40B4-BE49-F238E27FC236}">
                <a16:creationId xmlns:a16="http://schemas.microsoft.com/office/drawing/2014/main" id="{E1129506-D846-429B-883B-AD305ABD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457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3.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9" name="Google Shape;439;p42">
            <a:extLst xmlns:a="http://schemas.openxmlformats.org/drawingml/2006/main">
              <a:ext uri="{FF2B5EF4-FFF2-40B4-BE49-F238E27FC236}">
                <a16:creationId xmlns:a16="http://schemas.microsoft.com/office/drawing/2014/main" id="{C5A3B988-4F09-45EC-8E10-E71E3687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473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4.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pic>
        <p:nvPicPr>
          <p:cNvPr id="454" name="Google Shape;440;p4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a1fdc413d5141c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41" name="Google Shape;441;p42">
            <a:extLst xmlns:a="http://schemas.openxmlformats.org/drawingml/2006/main">
              <a:ext uri="{FF2B5EF4-FFF2-40B4-BE49-F238E27FC236}">
                <a16:creationId xmlns:a16="http://schemas.microsoft.com/office/drawing/2014/main" id="{15A47D98-630C-4008-B797-FA3B146C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19</a:t>
            </a:r>
            <a:endParaRPr/>
          </a:p>
        </p:txBody>
      </p:sp>
      <p:sp>
        <p:nvSpPr>
          <p:cNvPr id="442" name="Google Shape;442;p42">
            <a:extLst xmlns:a="http://schemas.openxmlformats.org/drawingml/2006/main">
              <a:ext uri="{FF2B5EF4-FFF2-40B4-BE49-F238E27FC236}">
                <a16:creationId xmlns:a16="http://schemas.microsoft.com/office/drawing/2014/main" id="{4198A0BA-58D7-47DA-8940-F114D80F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10" y="6490849"/>
            <a:ext cx="5486456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Практика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43" name="Google Shape;443;p42">
            <a:extLst xmlns:a="http://schemas.openxmlformats.org/drawingml/2006/main">
              <a:ext uri="{FF2B5EF4-FFF2-40B4-BE49-F238E27FC236}">
                <a16:creationId xmlns:a16="http://schemas.microsoft.com/office/drawing/2014/main" id="{1D20AEA1-EF67-4F32-9BF1-E01A21AA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123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5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45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Пять вопросов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1278716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33">
            <a:extLst xmlns:a="http://schemas.openxmlformats.org/drawingml/2006/main">
              <a:ext uri="{FF2B5EF4-FFF2-40B4-BE49-F238E27FC236}">
                <a16:creationId xmlns:a16="http://schemas.microsoft.com/office/drawing/2014/main" id="{42AC09FD-588F-4E0F-9686-65508FA5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0"/>
            <a:ext cx="6229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4" name="Google Shape;254;p33">
            <a:extLst xmlns:a="http://schemas.openxmlformats.org/drawingml/2006/main">
              <a:ext uri="{FF2B5EF4-FFF2-40B4-BE49-F238E27FC236}">
                <a16:creationId xmlns:a16="http://schemas.microsoft.com/office/drawing/2014/main" id="{528DEE3D-0670-4720-AA80-A085281E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6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Проверка человеком</a:t>
            </a:r>
            <a:endParaRPr sz="350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5" name="Google Shape;255;p33">
            <a:extLst xmlns:a="http://schemas.openxmlformats.org/drawingml/2006/main">
              <a:ext uri="{FF2B5EF4-FFF2-40B4-BE49-F238E27FC236}">
                <a16:creationId xmlns:a16="http://schemas.microsoft.com/office/drawing/2014/main" id="{BFB852A5-7D49-4E5A-A973-E8F0EBDC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"/>
            <a:ext cx="5476875" cy="561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Открыть названный файл и строку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Проверить существование функции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Поручить Build выполнить make test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Обсудить вывод, Build обновит отчёт</a:t>
            </a:r>
            <a:endParaRPr sz="2500"/>
          </a:p>
        </p:txBody>
      </p:sp>
      <p:pic>
        <p:nvPicPr>
          <p:cNvPr id="263" name="Google Shape;256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e9246a2ece047f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7" name="Google Shape;257;p33">
            <a:extLst xmlns:a="http://schemas.openxmlformats.org/drawingml/2006/main">
              <a:ext uri="{FF2B5EF4-FFF2-40B4-BE49-F238E27FC236}">
                <a16:creationId xmlns:a16="http://schemas.microsoft.com/office/drawing/2014/main" id="{9FDDBF74-DF21-4514-B131-F96C8257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77000"/>
            <a:ext cx="588429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Практика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8" name="Google Shape;258;p33">
            <a:extLst xmlns:a="http://schemas.openxmlformats.org/drawingml/2006/main">
              <a:ext uri="{FF2B5EF4-FFF2-40B4-BE49-F238E27FC236}">
                <a16:creationId xmlns:a16="http://schemas.microsoft.com/office/drawing/2014/main" id="{EEC6ED0B-FF6A-419B-B5B9-F3F46E1E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20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55029853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33">
            <a:extLst xmlns:a="http://schemas.openxmlformats.org/drawingml/2006/main">
              <a:ext uri="{FF2B5EF4-FFF2-40B4-BE49-F238E27FC236}">
                <a16:creationId xmlns:a16="http://schemas.microsoft.com/office/drawing/2014/main" id="{42AC09FD-588F-4E0F-9686-65508FA5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0"/>
            <a:ext cx="6229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4" name="Google Shape;254;p33">
            <a:extLst xmlns:a="http://schemas.openxmlformats.org/drawingml/2006/main">
              <a:ext uri="{FF2B5EF4-FFF2-40B4-BE49-F238E27FC236}">
                <a16:creationId xmlns:a16="http://schemas.microsoft.com/office/drawing/2014/main" id="{528DEE3D-0670-4720-AA80-A085281E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6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Слабый ноутбук</a:t>
            </a:r>
            <a:endParaRPr sz="350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5" name="Google Shape;255;p33">
            <a:extLst xmlns:a="http://schemas.openxmlformats.org/drawingml/2006/main">
              <a:ext uri="{FF2B5EF4-FFF2-40B4-BE49-F238E27FC236}">
                <a16:creationId xmlns:a16="http://schemas.microsoft.com/office/drawing/2014/main" id="{BFB852A5-7D49-4E5A-A973-E8F0EBDC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"/>
            <a:ext cx="5476875" cy="561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Маленькая модель для локального API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Причина сбоя агента зафиксирована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OpenCode на локальной машине партнёра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В отчёте указан компьютер каждого этапа</a:t>
            </a:r>
            <a:endParaRPr sz="2500"/>
          </a:p>
        </p:txBody>
      </p:sp>
      <p:pic>
        <p:nvPicPr>
          <p:cNvPr id="263" name="Google Shape;256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9fe529089d0472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7" name="Google Shape;257;p33">
            <a:extLst xmlns:a="http://schemas.openxmlformats.org/drawingml/2006/main">
              <a:ext uri="{FF2B5EF4-FFF2-40B4-BE49-F238E27FC236}">
                <a16:creationId xmlns:a16="http://schemas.microsoft.com/office/drawing/2014/main" id="{9FDDBF74-DF21-4514-B131-F96C8257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77000"/>
            <a:ext cx="588429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Практика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8" name="Google Shape;258;p33">
            <a:extLst xmlns:a="http://schemas.openxmlformats.org/drawingml/2006/main">
              <a:ext uri="{FF2B5EF4-FFF2-40B4-BE49-F238E27FC236}">
                <a16:creationId xmlns:a16="http://schemas.microsoft.com/office/drawing/2014/main" id="{EEC6ED0B-FF6A-419B-B5B9-F3F46E1E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21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55029853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7" name="Google Shape;427;p42">
            <a:extLst xmlns:a="http://schemas.openxmlformats.org/drawingml/2006/main">
              <a:ext uri="{FF2B5EF4-FFF2-40B4-BE49-F238E27FC236}">
                <a16:creationId xmlns:a16="http://schemas.microsoft.com/office/drawing/2014/main" id="{58DD9833-9359-4D00-A6FF-77DC6967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" y="2078976"/>
            <a:ext cx="12192000" cy="47790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2" name="Google Shape;432;p42">
            <a:extLst xmlns:a="http://schemas.openxmlformats.org/drawingml/2006/main">
              <a:ext uri="{FF2B5EF4-FFF2-40B4-BE49-F238E27FC236}">
                <a16:creationId xmlns:a16="http://schemas.microsoft.com/office/drawing/2014/main" id="{7F104146-E06A-46A6-8D5B-6D53CD44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Устройство и конфигурацию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3" name="Google Shape;433;p42">
            <a:extLst xmlns:a="http://schemas.openxmlformats.org/drawingml/2006/main">
              <a:ext uri="{FF2B5EF4-FFF2-40B4-BE49-F238E27FC236}">
                <a16:creationId xmlns:a16="http://schemas.microsoft.com/office/drawing/2014/main" id="{8E78E4A0-375A-4829-BFD8-0AF83A63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9567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Сравнение system prompt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4" name="Google Shape;434;p42">
            <a:extLst xmlns:a="http://schemas.openxmlformats.org/drawingml/2006/main">
              <a:ext uri="{FF2B5EF4-FFF2-40B4-BE49-F238E27FC236}">
                <a16:creationId xmlns:a16="http://schemas.microsoft.com/office/drawing/2014/main" id="{954EB7E4-A31A-4311-8129-C316A059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Наблюдение реального read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5" name="Google Shape;435;p42">
            <a:extLst xmlns:a="http://schemas.openxmlformats.org/drawingml/2006/main">
              <a:ext uri="{FF2B5EF4-FFF2-40B4-BE49-F238E27FC236}">
                <a16:creationId xmlns:a16="http://schemas.microsoft.com/office/drawing/2014/main" id="{78D52781-A55D-46BB-A81E-AB04194B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3402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Отчёт по пяти вопросам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6" name="Google Shape;436;p42">
            <a:extLst xmlns:a="http://schemas.openxmlformats.org/drawingml/2006/main">
              <a:ext uri="{FF2B5EF4-FFF2-40B4-BE49-F238E27FC236}">
                <a16:creationId xmlns:a16="http://schemas.microsoft.com/office/drawing/2014/main" id="{881DA78D-85FC-444F-B2B0-74C25727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425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1.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7" name="Google Shape;437;p42">
            <a:extLst xmlns:a="http://schemas.openxmlformats.org/drawingml/2006/main">
              <a:ext uri="{FF2B5EF4-FFF2-40B4-BE49-F238E27FC236}">
                <a16:creationId xmlns:a16="http://schemas.microsoft.com/office/drawing/2014/main" id="{133B9A35-3DCB-407E-8CCF-76B391A1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441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2.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8" name="Google Shape;438;p42">
            <a:extLst xmlns:a="http://schemas.openxmlformats.org/drawingml/2006/main">
              <a:ext uri="{FF2B5EF4-FFF2-40B4-BE49-F238E27FC236}">
                <a16:creationId xmlns:a16="http://schemas.microsoft.com/office/drawing/2014/main" id="{E1129506-D846-429B-883B-AD305ABD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457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3.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9" name="Google Shape;439;p42">
            <a:extLst xmlns:a="http://schemas.openxmlformats.org/drawingml/2006/main">
              <a:ext uri="{FF2B5EF4-FFF2-40B4-BE49-F238E27FC236}">
                <a16:creationId xmlns:a16="http://schemas.microsoft.com/office/drawing/2014/main" id="{C5A3B988-4F09-45EC-8E10-E71E3687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473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4.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pic>
        <p:nvPicPr>
          <p:cNvPr id="454" name="Google Shape;440;p4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da88611d05c4cf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41" name="Google Shape;441;p42">
            <a:extLst xmlns:a="http://schemas.openxmlformats.org/drawingml/2006/main">
              <a:ext uri="{FF2B5EF4-FFF2-40B4-BE49-F238E27FC236}">
                <a16:creationId xmlns:a16="http://schemas.microsoft.com/office/drawing/2014/main" id="{15A47D98-630C-4008-B797-FA3B146C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22</a:t>
            </a:r>
            <a:endParaRPr/>
          </a:p>
        </p:txBody>
      </p:sp>
      <p:sp>
        <p:nvSpPr>
          <p:cNvPr id="442" name="Google Shape;442;p42">
            <a:extLst xmlns:a="http://schemas.openxmlformats.org/drawingml/2006/main">
              <a:ext uri="{FF2B5EF4-FFF2-40B4-BE49-F238E27FC236}">
                <a16:creationId xmlns:a16="http://schemas.microsoft.com/office/drawing/2014/main" id="{4198A0BA-58D7-47DA-8940-F114D80F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10" y="6490849"/>
            <a:ext cx="5486456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Практика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43" name="Google Shape;443;p42">
            <a:extLst xmlns:a="http://schemas.openxmlformats.org/drawingml/2006/main">
              <a:ext uri="{FF2B5EF4-FFF2-40B4-BE49-F238E27FC236}">
                <a16:creationId xmlns:a16="http://schemas.microsoft.com/office/drawing/2014/main" id="{1D20AEA1-EF67-4F32-9BF1-E01A21AA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123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5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45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Что сдаём сегодня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12787166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33">
            <a:extLst xmlns:a="http://schemas.openxmlformats.org/drawingml/2006/main">
              <a:ext uri="{FF2B5EF4-FFF2-40B4-BE49-F238E27FC236}">
                <a16:creationId xmlns:a16="http://schemas.microsoft.com/office/drawing/2014/main" id="{42AC09FD-588F-4E0F-9686-65508FA5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0"/>
            <a:ext cx="6229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4" name="Google Shape;254;p33">
            <a:extLst xmlns:a="http://schemas.openxmlformats.org/drawingml/2006/main">
              <a:ext uri="{FF2B5EF4-FFF2-40B4-BE49-F238E27FC236}">
                <a16:creationId xmlns:a16="http://schemas.microsoft.com/office/drawing/2014/main" id="{528DEE3D-0670-4720-AA80-A085281E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6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Домашняя работа</a:t>
            </a:r>
            <a:endParaRPr sz="350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5" name="Google Shape;255;p33">
            <a:extLst xmlns:a="http://schemas.openxmlformats.org/drawingml/2006/main">
              <a:ext uri="{FF2B5EF4-FFF2-40B4-BE49-F238E27FC236}">
                <a16:creationId xmlns:a16="http://schemas.microsoft.com/office/drawing/2014/main" id="{BFB852A5-7D49-4E5A-A973-E8F0EBDC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"/>
            <a:ext cx="5476875" cy="561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Свой учебный репозиторий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Пять вопросов и эталоны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Две конфигурации, один изменённый фактор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Ответы, измерения и вывод</a:t>
            </a:r>
            <a:endParaRPr sz="2500"/>
          </a:p>
        </p:txBody>
      </p:sp>
      <p:pic>
        <p:nvPicPr>
          <p:cNvPr id="263" name="Google Shape;256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387a25e31f747a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7" name="Google Shape;257;p33">
            <a:extLst xmlns:a="http://schemas.openxmlformats.org/drawingml/2006/main">
              <a:ext uri="{FF2B5EF4-FFF2-40B4-BE49-F238E27FC236}">
                <a16:creationId xmlns:a16="http://schemas.microsoft.com/office/drawing/2014/main" id="{9FDDBF74-DF21-4514-B131-F96C8257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77000"/>
            <a:ext cx="588429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Практика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8" name="Google Shape;258;p33">
            <a:extLst xmlns:a="http://schemas.openxmlformats.org/drawingml/2006/main">
              <a:ext uri="{FF2B5EF4-FFF2-40B4-BE49-F238E27FC236}">
                <a16:creationId xmlns:a16="http://schemas.microsoft.com/office/drawing/2014/main" id="{EEC6ED0B-FF6A-419B-B5B9-F3F46E1E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23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55029853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33">
            <a:extLst xmlns:a="http://schemas.openxmlformats.org/drawingml/2006/main">
              <a:ext uri="{FF2B5EF4-FFF2-40B4-BE49-F238E27FC236}">
                <a16:creationId xmlns:a16="http://schemas.microsoft.com/office/drawing/2014/main" id="{42AC09FD-588F-4E0F-9686-65508FA5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0"/>
            <a:ext cx="6229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4" name="Google Shape;254;p33">
            <a:extLst xmlns:a="http://schemas.openxmlformats.org/drawingml/2006/main">
              <a:ext uri="{FF2B5EF4-FFF2-40B4-BE49-F238E27FC236}">
                <a16:creationId xmlns:a16="http://schemas.microsoft.com/office/drawing/2014/main" id="{528DEE3D-0670-4720-AA80-A085281E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6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Критерии: 10 баллов</a:t>
            </a:r>
            <a:endParaRPr sz="350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5" name="Google Shape;255;p33">
            <a:extLst xmlns:a="http://schemas.openxmlformats.org/drawingml/2006/main">
              <a:ext uri="{FF2B5EF4-FFF2-40B4-BE49-F238E27FC236}">
                <a16:creationId xmlns:a16="http://schemas.microsoft.com/office/drawing/2014/main" id="{BFB852A5-7D49-4E5A-A973-E8F0EBDC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"/>
            <a:ext cx="5476875" cy="561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Запуск и устройство: 2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A/B и OpenCode: 2 + 2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Пять проверок: 2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Метрики и вывод: 2</a:t>
            </a:r>
            <a:endParaRPr sz="2500"/>
          </a:p>
        </p:txBody>
      </p:sp>
      <p:pic>
        <p:nvPicPr>
          <p:cNvPr id="263" name="Google Shape;256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be358aa1c9a4f9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7" name="Google Shape;257;p33">
            <a:extLst xmlns:a="http://schemas.openxmlformats.org/drawingml/2006/main">
              <a:ext uri="{FF2B5EF4-FFF2-40B4-BE49-F238E27FC236}">
                <a16:creationId xmlns:a16="http://schemas.microsoft.com/office/drawing/2014/main" id="{9FDDBF74-DF21-4514-B131-F96C8257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77000"/>
            <a:ext cx="588429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Практика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8" name="Google Shape;258;p33">
            <a:extLst xmlns:a="http://schemas.openxmlformats.org/drawingml/2006/main">
              <a:ext uri="{FF2B5EF4-FFF2-40B4-BE49-F238E27FC236}">
                <a16:creationId xmlns:a16="http://schemas.microsoft.com/office/drawing/2014/main" id="{EEC6ED0B-FF6A-419B-B5B9-F3F46E1E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24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55029853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7" name="Google Shape;427;p42">
            <a:extLst xmlns:a="http://schemas.openxmlformats.org/drawingml/2006/main">
              <a:ext uri="{FF2B5EF4-FFF2-40B4-BE49-F238E27FC236}">
                <a16:creationId xmlns:a16="http://schemas.microsoft.com/office/drawing/2014/main" id="{58DD9833-9359-4D00-A6FF-77DC6967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" y="2078976"/>
            <a:ext cx="12192000" cy="47790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2" name="Google Shape;432;p42">
            <a:extLst xmlns:a="http://schemas.openxmlformats.org/drawingml/2006/main">
              <a:ext uri="{FF2B5EF4-FFF2-40B4-BE49-F238E27FC236}">
                <a16:creationId xmlns:a16="http://schemas.microsoft.com/office/drawing/2014/main" id="{7F104146-E06A-46A6-8D5B-6D53CD44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Другой человек повторит запуск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3" name="Google Shape;433;p42">
            <a:extLst xmlns:a="http://schemas.openxmlformats.org/drawingml/2006/main">
              <a:ext uri="{FF2B5EF4-FFF2-40B4-BE49-F238E27FC236}">
                <a16:creationId xmlns:a16="http://schemas.microsoft.com/office/drawing/2014/main" id="{8E78E4A0-375A-4829-BFD8-0AF83A63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9567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Модель выбрана с объяснением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4" name="Google Shape;434;p42">
            <a:extLst xmlns:a="http://schemas.openxmlformats.org/drawingml/2006/main">
              <a:ext uri="{FF2B5EF4-FFF2-40B4-BE49-F238E27FC236}">
                <a16:creationId xmlns:a16="http://schemas.microsoft.com/office/drawing/2014/main" id="{954EB7E4-A31A-4311-8129-C316A059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Ответы подтверждаются файлами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5" name="Google Shape;435;p42">
            <a:extLst xmlns:a="http://schemas.openxmlformats.org/drawingml/2006/main">
              <a:ext uri="{FF2B5EF4-FFF2-40B4-BE49-F238E27FC236}">
                <a16:creationId xmlns:a16="http://schemas.microsoft.com/office/drawing/2014/main" id="{78D52781-A55D-46BB-A81E-AB04194B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3402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Указаны ошибки и ограничения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6" name="Google Shape;436;p42">
            <a:extLst xmlns:a="http://schemas.openxmlformats.org/drawingml/2006/main">
              <a:ext uri="{FF2B5EF4-FFF2-40B4-BE49-F238E27FC236}">
                <a16:creationId xmlns:a16="http://schemas.microsoft.com/office/drawing/2014/main" id="{881DA78D-85FC-444F-B2B0-74C25727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425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1.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7" name="Google Shape;437;p42">
            <a:extLst xmlns:a="http://schemas.openxmlformats.org/drawingml/2006/main">
              <a:ext uri="{FF2B5EF4-FFF2-40B4-BE49-F238E27FC236}">
                <a16:creationId xmlns:a16="http://schemas.microsoft.com/office/drawing/2014/main" id="{133B9A35-3DCB-407E-8CCF-76B391A1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441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2.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8" name="Google Shape;438;p42">
            <a:extLst xmlns:a="http://schemas.openxmlformats.org/drawingml/2006/main">
              <a:ext uri="{FF2B5EF4-FFF2-40B4-BE49-F238E27FC236}">
                <a16:creationId xmlns:a16="http://schemas.microsoft.com/office/drawing/2014/main" id="{E1129506-D846-429B-883B-AD305ABD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457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3.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9" name="Google Shape;439;p42">
            <a:extLst xmlns:a="http://schemas.openxmlformats.org/drawingml/2006/main">
              <a:ext uri="{FF2B5EF4-FFF2-40B4-BE49-F238E27FC236}">
                <a16:creationId xmlns:a16="http://schemas.microsoft.com/office/drawing/2014/main" id="{C5A3B988-4F09-45EC-8E10-E71E3687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473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4.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pic>
        <p:nvPicPr>
          <p:cNvPr id="454" name="Google Shape;440;p4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7a1ff694a4149d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41" name="Google Shape;441;p42">
            <a:extLst xmlns:a="http://schemas.openxmlformats.org/drawingml/2006/main">
              <a:ext uri="{FF2B5EF4-FFF2-40B4-BE49-F238E27FC236}">
                <a16:creationId xmlns:a16="http://schemas.microsoft.com/office/drawing/2014/main" id="{15A47D98-630C-4008-B797-FA3B146C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25</a:t>
            </a:r>
            <a:endParaRPr/>
          </a:p>
        </p:txBody>
      </p:sp>
      <p:sp>
        <p:nvSpPr>
          <p:cNvPr id="442" name="Google Shape;442;p42">
            <a:extLst xmlns:a="http://schemas.openxmlformats.org/drawingml/2006/main">
              <a:ext uri="{FF2B5EF4-FFF2-40B4-BE49-F238E27FC236}">
                <a16:creationId xmlns:a16="http://schemas.microsoft.com/office/drawing/2014/main" id="{4198A0BA-58D7-47DA-8940-F114D80F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10" y="6490849"/>
            <a:ext cx="5486456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Практика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43" name="Google Shape;443;p42">
            <a:extLst xmlns:a="http://schemas.openxmlformats.org/drawingml/2006/main">
              <a:ext uri="{FF2B5EF4-FFF2-40B4-BE49-F238E27FC236}">
                <a16:creationId xmlns:a16="http://schemas.microsoft.com/office/drawing/2014/main" id="{1D20AEA1-EF67-4F32-9BF1-E01A21AA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123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5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45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Готово, если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12787166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2026-09-15T08:48:46.8090000Z</dcterms:created>
  <dcterms:modified xsi:type="dcterms:W3CDTF">2026-09-15T08:48:46.8090000Z</dcterms:modified>
</coreProperties>
</file>